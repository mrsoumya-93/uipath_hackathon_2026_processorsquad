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
  </p:notesMasterIdLst>
  <p:sldIdLst>
    <p:sldId id="256" r:id="rId2"/>
    <p:sldId id="261" r:id="rId3"/>
    <p:sldId id="258" r:id="rId4"/>
    <p:sldId id="259" r:id="rId5"/>
    <p:sldId id="260" r:id="rId6"/>
  </p:sldIdLst>
  <p:sldSz cx="121793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itllkBOpSIo+foDNAV8ppHfAkj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A1CB98-21AA-4707-A821-E4062698E6C2}">
  <a:tblStyle styleId="{7EA1CB98-21AA-4707-A821-E4062698E6C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customschemas.google.com/relationships/presentationmetadata" Target="metadata"/><Relationship Id="rId5" Type="http://schemas.openxmlformats.org/officeDocument/2006/relationships/slide" Target="slides/slide4.xml"/><Relationship Id="rId15" Type="http://schemas.openxmlformats.org/officeDocument/2006/relationships/tableStyles" Target="tableStyles.xml"/><Relationship Id="rId4"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6" name="Google Shape;166;p1: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D5E47F4A-82F7-B86D-6E00-C35D28CABCD6}"/>
            </a:ext>
          </a:extLst>
        </p:cNvPr>
        <p:cNvGrpSpPr/>
        <p:nvPr/>
      </p:nvGrpSpPr>
      <p:grpSpPr>
        <a:xfrm>
          <a:off x="0" y="0"/>
          <a:ext cx="0" cy="0"/>
          <a:chOff x="0" y="0"/>
          <a:chExt cx="0" cy="0"/>
        </a:xfrm>
      </p:grpSpPr>
      <p:sp>
        <p:nvSpPr>
          <p:cNvPr id="172" name="Google Shape;172;p3:notes">
            <a:extLst>
              <a:ext uri="{FF2B5EF4-FFF2-40B4-BE49-F238E27FC236}">
                <a16:creationId xmlns:a16="http://schemas.microsoft.com/office/drawing/2014/main" id="{E76BD096-33DC-5D63-A397-5277FF131CA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3:notes">
            <a:extLst>
              <a:ext uri="{FF2B5EF4-FFF2-40B4-BE49-F238E27FC236}">
                <a16:creationId xmlns:a16="http://schemas.microsoft.com/office/drawing/2014/main" id="{824BDF07-FD76-9DF6-C9B6-A218BE7E6290}"/>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838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4: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5: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rgbClr val="0BA2B3"/>
        </a:solidFill>
        <a:effectLst/>
      </p:bgPr>
    </p:bg>
    <p:spTree>
      <p:nvGrpSpPr>
        <p:cNvPr id="1" name="Shape 10"/>
        <p:cNvGrpSpPr/>
        <p:nvPr/>
      </p:nvGrpSpPr>
      <p:grpSpPr>
        <a:xfrm>
          <a:off x="0" y="0"/>
          <a:ext cx="0" cy="0"/>
          <a:chOff x="0" y="0"/>
          <a:chExt cx="0" cy="0"/>
        </a:xfrm>
      </p:grpSpPr>
      <p:pic>
        <p:nvPicPr>
          <p:cNvPr id="11" name="Google Shape;11;p9"/>
          <p:cNvPicPr preferRelativeResize="0"/>
          <p:nvPr/>
        </p:nvPicPr>
        <p:blipFill rotWithShape="1">
          <a:blip r:embed="rId2">
            <a:alphaModFix/>
          </a:blip>
          <a:srcRect/>
          <a:stretch/>
        </p:blipFill>
        <p:spPr>
          <a:xfrm>
            <a:off x="10489770" y="5461000"/>
            <a:ext cx="1524000" cy="1206500"/>
          </a:xfrm>
          <a:prstGeom prst="rect">
            <a:avLst/>
          </a:prstGeom>
          <a:noFill/>
          <a:ln>
            <a:noFill/>
          </a:ln>
        </p:spPr>
      </p:pic>
      <p:sp>
        <p:nvSpPr>
          <p:cNvPr id="12" name="Google Shape;12;p9"/>
          <p:cNvSpPr/>
          <p:nvPr/>
        </p:nvSpPr>
        <p:spPr>
          <a:xfrm>
            <a:off x="3554946" y="4955133"/>
            <a:ext cx="2120057"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ctr" anchorCtr="0">
            <a:spAutoFit/>
          </a:bodyPr>
          <a:lstStyle/>
          <a:p>
            <a:pPr marL="0" marR="0" lvl="0" indent="0" algn="ctr" rtl="0">
              <a:lnSpc>
                <a:spcPct val="157142"/>
              </a:lnSpc>
              <a:spcBef>
                <a:spcPts val="0"/>
              </a:spcBef>
              <a:spcAft>
                <a:spcPts val="0"/>
              </a:spcAft>
              <a:buClr>
                <a:srgbClr val="B40000"/>
              </a:buClr>
              <a:buSzPts val="1400"/>
              <a:buFont typeface="Arial"/>
              <a:buNone/>
            </a:pPr>
            <a:r>
              <a:rPr lang="en-US" sz="1400" b="1" i="0" u="none" strike="noStrike" cap="none">
                <a:solidFill>
                  <a:srgbClr val="B40000"/>
                </a:solidFill>
                <a:latin typeface="Arial"/>
                <a:ea typeface="Arial"/>
                <a:cs typeface="Arial"/>
                <a:sym typeface="Arial"/>
              </a:rPr>
              <a:t> </a:t>
            </a:r>
            <a:endParaRPr/>
          </a:p>
        </p:txBody>
      </p:sp>
      <p:sp>
        <p:nvSpPr>
          <p:cNvPr id="13" name="Google Shape;13;p9"/>
          <p:cNvSpPr txBox="1">
            <a:spLocks noGrp="1"/>
          </p:cNvSpPr>
          <p:nvPr>
            <p:ph type="body" idx="1"/>
          </p:nvPr>
        </p:nvSpPr>
        <p:spPr>
          <a:xfrm>
            <a:off x="640800" y="5886454"/>
            <a:ext cx="8280000" cy="45175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4" name="Google Shape;14;p9"/>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sp>
        <p:nvSpPr>
          <p:cNvPr id="15" name="Google Shape;15;p9"/>
          <p:cNvSpPr txBox="1">
            <a:spLocks noGrp="1"/>
          </p:cNvSpPr>
          <p:nvPr>
            <p:ph type="title"/>
          </p:nvPr>
        </p:nvSpPr>
        <p:spPr>
          <a:xfrm>
            <a:off x="640800" y="4843803"/>
            <a:ext cx="8280000" cy="103788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pic>
        <p:nvPicPr>
          <p:cNvPr id="16" name="Google Shape;16;p9"/>
          <p:cNvPicPr preferRelativeResize="0"/>
          <p:nvPr/>
        </p:nvPicPr>
        <p:blipFill rotWithShape="1">
          <a:blip r:embed="rId3">
            <a:alphaModFix/>
          </a:blip>
          <a:srcRect/>
          <a:stretch/>
        </p:blipFill>
        <p:spPr>
          <a:xfrm>
            <a:off x="10616196" y="435122"/>
            <a:ext cx="1116970" cy="36366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with logo">
  <p:cSld name="Slide with logo">
    <p:spTree>
      <p:nvGrpSpPr>
        <p:cNvPr id="1" name="Shape 17"/>
        <p:cNvGrpSpPr/>
        <p:nvPr/>
      </p:nvGrpSpPr>
      <p:grpSpPr>
        <a:xfrm>
          <a:off x="0" y="0"/>
          <a:ext cx="0" cy="0"/>
          <a:chOff x="0" y="0"/>
          <a:chExt cx="0" cy="0"/>
        </a:xfrm>
      </p:grpSpPr>
      <p:sp>
        <p:nvSpPr>
          <p:cNvPr id="18" name="Google Shape;18;p10"/>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10"/>
          <p:cNvSpPr/>
          <p:nvPr/>
        </p:nvSpPr>
        <p:spPr>
          <a:xfrm>
            <a:off x="10297948" y="1240221"/>
            <a:ext cx="1481958" cy="672662"/>
          </a:xfrm>
          <a:prstGeom prst="rect">
            <a:avLst/>
          </a:prstGeom>
          <a:solidFill>
            <a:schemeClr val="lt1"/>
          </a:solidFill>
          <a:ln w="12700" cap="flat" cmpd="sng">
            <a:solidFill>
              <a:schemeClr val="lt1"/>
            </a:solidFill>
            <a:prstDash val="solid"/>
            <a:miter lim="400000"/>
            <a:headEnd type="none" w="sm" len="sm"/>
            <a:tailEnd type="none" w="sm" len="sm"/>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613100"/>
              </a:buClr>
              <a:buSzPts val="2800"/>
              <a:buFont typeface="Arial"/>
              <a:buNone/>
            </a:pPr>
            <a:endParaRPr sz="2800" b="1" i="0" u="none" strike="noStrike" cap="none">
              <a:solidFill>
                <a:srgbClr val="B40000"/>
              </a:solidFill>
              <a:latin typeface="Arial"/>
              <a:ea typeface="Arial"/>
              <a:cs typeface="Arial"/>
              <a:sym typeface="Arial"/>
            </a:endParaRPr>
          </a:p>
        </p:txBody>
      </p:sp>
      <p:pic>
        <p:nvPicPr>
          <p:cNvPr id="20" name="Google Shape;20;p10"/>
          <p:cNvPicPr preferRelativeResize="0"/>
          <p:nvPr/>
        </p:nvPicPr>
        <p:blipFill rotWithShape="1">
          <a:blip r:embed="rId2">
            <a:alphaModFix/>
          </a:blip>
          <a:srcRect/>
          <a:stretch/>
        </p:blipFill>
        <p:spPr>
          <a:xfrm>
            <a:off x="10629023" y="362581"/>
            <a:ext cx="1150883" cy="43054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2 Contents">
  <p:cSld name="Title and 2 Contents">
    <p:spTree>
      <p:nvGrpSpPr>
        <p:cNvPr id="1" name="Shape 21"/>
        <p:cNvGrpSpPr/>
        <p:nvPr/>
      </p:nvGrpSpPr>
      <p:grpSpPr>
        <a:xfrm>
          <a:off x="0" y="0"/>
          <a:ext cx="0" cy="0"/>
          <a:chOff x="0" y="0"/>
          <a:chExt cx="0" cy="0"/>
        </a:xfrm>
      </p:grpSpPr>
      <p:pic>
        <p:nvPicPr>
          <p:cNvPr id="22" name="Google Shape;22;p11"/>
          <p:cNvPicPr preferRelativeResize="0"/>
          <p:nvPr/>
        </p:nvPicPr>
        <p:blipFill rotWithShape="1">
          <a:blip r:embed="rId2">
            <a:alphaModFix/>
          </a:blip>
          <a:srcRect/>
          <a:stretch/>
        </p:blipFill>
        <p:spPr>
          <a:xfrm>
            <a:off x="6089650" y="0"/>
            <a:ext cx="6089650" cy="2087592"/>
          </a:xfrm>
          <a:prstGeom prst="rect">
            <a:avLst/>
          </a:prstGeom>
          <a:noFill/>
          <a:ln>
            <a:noFill/>
          </a:ln>
        </p:spPr>
      </p:pic>
      <p:pic>
        <p:nvPicPr>
          <p:cNvPr id="23" name="Google Shape;23;p11"/>
          <p:cNvPicPr preferRelativeResize="0"/>
          <p:nvPr/>
        </p:nvPicPr>
        <p:blipFill rotWithShape="1">
          <a:blip r:embed="rId3">
            <a:alphaModFix/>
          </a:blip>
          <a:srcRect/>
          <a:stretch/>
        </p:blipFill>
        <p:spPr>
          <a:xfrm>
            <a:off x="0" y="2692400"/>
            <a:ext cx="4178300" cy="4165600"/>
          </a:xfrm>
          <a:prstGeom prst="rect">
            <a:avLst/>
          </a:prstGeom>
          <a:noFill/>
          <a:ln>
            <a:noFill/>
          </a:ln>
        </p:spPr>
      </p:pic>
      <p:sp>
        <p:nvSpPr>
          <p:cNvPr id="24" name="Google Shape;24;p11"/>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25" name="Google Shape;25;p11"/>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0" lvl="1"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0" lvl="2"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0" lvl="3"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0" lvl="4"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0" lvl="5"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0" lvl="6"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0" lvl="7"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0" lvl="8"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1"/>
          <p:cNvSpPr txBox="1">
            <a:spLocks noGrp="1"/>
          </p:cNvSpPr>
          <p:nvPr>
            <p:ph type="body" idx="1"/>
          </p:nvPr>
        </p:nvSpPr>
        <p:spPr>
          <a:xfrm>
            <a:off x="360000" y="1440000"/>
            <a:ext cx="5040000" cy="252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27" name="Google Shape;27;p11"/>
          <p:cNvSpPr txBox="1">
            <a:spLocks noGrp="1"/>
          </p:cNvSpPr>
          <p:nvPr>
            <p:ph type="body" idx="2"/>
          </p:nvPr>
        </p:nvSpPr>
        <p:spPr>
          <a:xfrm>
            <a:off x="360000" y="1799999"/>
            <a:ext cx="504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28" name="Google Shape;28;p11"/>
          <p:cNvSpPr txBox="1">
            <a:spLocks noGrp="1"/>
          </p:cNvSpPr>
          <p:nvPr>
            <p:ph type="body" idx="3"/>
          </p:nvPr>
        </p:nvSpPr>
        <p:spPr>
          <a:xfrm>
            <a:off x="6089650" y="1440000"/>
            <a:ext cx="5040000" cy="252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29" name="Google Shape;29;p11"/>
          <p:cNvSpPr txBox="1">
            <a:spLocks noGrp="1"/>
          </p:cNvSpPr>
          <p:nvPr>
            <p:ph type="body" idx="4"/>
          </p:nvPr>
        </p:nvSpPr>
        <p:spPr>
          <a:xfrm>
            <a:off x="6089650" y="1799999"/>
            <a:ext cx="504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30" name="Google Shape;30;p11"/>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31" name="Google Shape;31;p11"/>
          <p:cNvPicPr preferRelativeResize="0"/>
          <p:nvPr/>
        </p:nvPicPr>
        <p:blipFill rotWithShape="1">
          <a:blip r:embed="rId4">
            <a:alphaModFix/>
          </a:blip>
          <a:srcRect/>
          <a:stretch/>
        </p:blipFill>
        <p:spPr>
          <a:xfrm>
            <a:off x="10667661" y="404660"/>
            <a:ext cx="1063903" cy="34638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ustom Layout">
  <p:cSld name="Custom Layout">
    <p:spTree>
      <p:nvGrpSpPr>
        <p:cNvPr id="1" name="Shape 32"/>
        <p:cNvGrpSpPr/>
        <p:nvPr/>
      </p:nvGrpSpPr>
      <p:grpSpPr>
        <a:xfrm>
          <a:off x="0" y="0"/>
          <a:ext cx="0" cy="0"/>
          <a:chOff x="0" y="0"/>
          <a:chExt cx="0" cy="0"/>
        </a:xfrm>
      </p:grpSpPr>
      <p:sp>
        <p:nvSpPr>
          <p:cNvPr id="33" name="Google Shape;33;p12"/>
          <p:cNvSpPr txBox="1">
            <a:spLocks noGrp="1"/>
          </p:cNvSpPr>
          <p:nvPr>
            <p:ph type="title"/>
          </p:nvPr>
        </p:nvSpPr>
        <p:spPr>
          <a:xfrm>
            <a:off x="635128" y="4640687"/>
            <a:ext cx="9000000" cy="457295"/>
          </a:xfrm>
          <a:prstGeom prst="rect">
            <a:avLst/>
          </a:prstGeom>
          <a:noFill/>
          <a:ln>
            <a:noFill/>
          </a:ln>
        </p:spPr>
        <p:txBody>
          <a:bodyPr spcFirstLastPara="1" wrap="square" lIns="0" tIns="0" rIns="0" bIns="0" anchor="t" anchorCtr="0">
            <a:noAutofit/>
          </a:bodyPr>
          <a:lstStyle>
            <a:lvl1pPr lvl="0" algn="l">
              <a:lnSpc>
                <a:spcPct val="187500"/>
              </a:lnSpc>
              <a:spcBef>
                <a:spcPts val="0"/>
              </a:spcBef>
              <a:spcAft>
                <a:spcPts val="0"/>
              </a:spcAft>
              <a:buClr>
                <a:schemeClr val="dk1"/>
              </a:buClr>
              <a:buSzPts val="1600"/>
              <a:buFont typeface="Arial"/>
              <a:buNone/>
              <a:defRPr sz="1600"/>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pic>
        <p:nvPicPr>
          <p:cNvPr id="34" name="Google Shape;34;p12"/>
          <p:cNvPicPr preferRelativeResize="0"/>
          <p:nvPr/>
        </p:nvPicPr>
        <p:blipFill rotWithShape="1">
          <a:blip r:embed="rId2">
            <a:alphaModFix/>
          </a:blip>
          <a:srcRect/>
          <a:stretch/>
        </p:blipFill>
        <p:spPr>
          <a:xfrm>
            <a:off x="10897966" y="362286"/>
            <a:ext cx="833598" cy="416799"/>
          </a:xfrm>
          <a:prstGeom prst="rect">
            <a:avLst/>
          </a:prstGeom>
          <a:noFill/>
          <a:ln>
            <a:noFill/>
          </a:ln>
        </p:spPr>
      </p:pic>
      <p:sp>
        <p:nvSpPr>
          <p:cNvPr id="35" name="Google Shape;35;p12"/>
          <p:cNvSpPr/>
          <p:nvPr/>
        </p:nvSpPr>
        <p:spPr>
          <a:xfrm>
            <a:off x="165529" y="190499"/>
            <a:ext cx="11848241" cy="6477001"/>
          </a:xfrm>
          <a:prstGeom prst="rect">
            <a:avLst/>
          </a:prstGeom>
          <a:noFill/>
          <a:ln w="9525" cap="flat" cmpd="sng">
            <a:solidFill>
              <a:schemeClr val="accen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36" name="Google Shape;36;p12" descr="Image"/>
          <p:cNvPicPr preferRelativeResize="0"/>
          <p:nvPr/>
        </p:nvPicPr>
        <p:blipFill rotWithShape="1">
          <a:blip r:embed="rId3">
            <a:alphaModFix/>
          </a:blip>
          <a:srcRect/>
          <a:stretch/>
        </p:blipFill>
        <p:spPr>
          <a:xfrm>
            <a:off x="600348" y="393566"/>
            <a:ext cx="6557643" cy="3556001"/>
          </a:xfrm>
          <a:prstGeom prst="rect">
            <a:avLst/>
          </a:prstGeom>
          <a:noFill/>
          <a:ln>
            <a:noFill/>
          </a:ln>
        </p:spPr>
      </p:pic>
      <p:pic>
        <p:nvPicPr>
          <p:cNvPr id="37" name="Google Shape;37;p12"/>
          <p:cNvPicPr preferRelativeResize="0"/>
          <p:nvPr/>
        </p:nvPicPr>
        <p:blipFill rotWithShape="1">
          <a:blip r:embed="rId4">
            <a:alphaModFix/>
          </a:blip>
          <a:srcRect/>
          <a:stretch/>
        </p:blipFill>
        <p:spPr>
          <a:xfrm>
            <a:off x="10629023" y="362581"/>
            <a:ext cx="1150883" cy="43054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accent1"/>
        </a:solidFill>
        <a:effectLst/>
      </p:bgPr>
    </p:bg>
    <p:spTree>
      <p:nvGrpSpPr>
        <p:cNvPr id="1" name="Shape 38"/>
        <p:cNvGrpSpPr/>
        <p:nvPr/>
      </p:nvGrpSpPr>
      <p:grpSpPr>
        <a:xfrm>
          <a:off x="0" y="0"/>
          <a:ext cx="0" cy="0"/>
          <a:chOff x="0" y="0"/>
          <a:chExt cx="0" cy="0"/>
        </a:xfrm>
      </p:grpSpPr>
      <p:pic>
        <p:nvPicPr>
          <p:cNvPr id="39" name="Google Shape;39;p13"/>
          <p:cNvPicPr preferRelativeResize="0"/>
          <p:nvPr/>
        </p:nvPicPr>
        <p:blipFill rotWithShape="1">
          <a:blip r:embed="rId2">
            <a:alphaModFix/>
          </a:blip>
          <a:srcRect/>
          <a:stretch/>
        </p:blipFill>
        <p:spPr>
          <a:xfrm>
            <a:off x="10197670" y="5461000"/>
            <a:ext cx="1816100" cy="1206500"/>
          </a:xfrm>
          <a:prstGeom prst="rect">
            <a:avLst/>
          </a:prstGeom>
          <a:noFill/>
          <a:ln>
            <a:noFill/>
          </a:ln>
        </p:spPr>
      </p:pic>
      <p:pic>
        <p:nvPicPr>
          <p:cNvPr id="40" name="Google Shape;40;p13"/>
          <p:cNvPicPr preferRelativeResize="0"/>
          <p:nvPr/>
        </p:nvPicPr>
        <p:blipFill rotWithShape="1">
          <a:blip r:embed="rId3">
            <a:alphaModFix/>
          </a:blip>
          <a:srcRect/>
          <a:stretch/>
        </p:blipFill>
        <p:spPr>
          <a:xfrm>
            <a:off x="165529" y="190499"/>
            <a:ext cx="1816100" cy="1206500"/>
          </a:xfrm>
          <a:prstGeom prst="rect">
            <a:avLst/>
          </a:prstGeom>
          <a:noFill/>
          <a:ln>
            <a:noFill/>
          </a:ln>
        </p:spPr>
      </p:pic>
      <p:sp>
        <p:nvSpPr>
          <p:cNvPr id="41" name="Google Shape;41;p13"/>
          <p:cNvSpPr/>
          <p:nvPr/>
        </p:nvSpPr>
        <p:spPr>
          <a:xfrm>
            <a:off x="3554946" y="4955133"/>
            <a:ext cx="2120057"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ctr" anchorCtr="0">
            <a:spAutoFit/>
          </a:bodyPr>
          <a:lstStyle/>
          <a:p>
            <a:pPr marL="0" marR="0" lvl="0" indent="0" algn="ctr" rtl="0">
              <a:lnSpc>
                <a:spcPct val="157142"/>
              </a:lnSpc>
              <a:spcBef>
                <a:spcPts val="0"/>
              </a:spcBef>
              <a:spcAft>
                <a:spcPts val="0"/>
              </a:spcAft>
              <a:buClr>
                <a:srgbClr val="B40000"/>
              </a:buClr>
              <a:buSzPts val="1400"/>
              <a:buFont typeface="Arial"/>
              <a:buNone/>
            </a:pPr>
            <a:r>
              <a:rPr lang="en-US" sz="1400" b="1" i="0" u="none" strike="noStrike" cap="none">
                <a:solidFill>
                  <a:srgbClr val="B40000"/>
                </a:solidFill>
                <a:latin typeface="Arial"/>
                <a:ea typeface="Arial"/>
                <a:cs typeface="Arial"/>
                <a:sym typeface="Arial"/>
              </a:rPr>
              <a:t> </a:t>
            </a:r>
            <a:endParaRPr/>
          </a:p>
        </p:txBody>
      </p:sp>
      <p:sp>
        <p:nvSpPr>
          <p:cNvPr id="42" name="Google Shape;42;p13"/>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sp>
        <p:nvSpPr>
          <p:cNvPr id="43" name="Google Shape;43;p13"/>
          <p:cNvSpPr txBox="1">
            <a:spLocks noGrp="1"/>
          </p:cNvSpPr>
          <p:nvPr>
            <p:ph type="body" idx="1"/>
          </p:nvPr>
        </p:nvSpPr>
        <p:spPr>
          <a:xfrm>
            <a:off x="640800" y="5850000"/>
            <a:ext cx="3818481" cy="630165"/>
          </a:xfrm>
          <a:prstGeom prst="rect">
            <a:avLst/>
          </a:prstGeom>
          <a:noFill/>
          <a:ln>
            <a:noFill/>
          </a:ln>
        </p:spPr>
        <p:txBody>
          <a:bodyPr spcFirstLastPara="1" wrap="square" lIns="0" tIns="0" rIns="0" bIns="0" anchor="t" anchorCtr="0">
            <a:noAutofit/>
          </a:bodyPr>
          <a:lstStyle>
            <a:lvl1pPr marL="457200" marR="0" lvl="0" indent="-228600" algn="l" rtl="0">
              <a:lnSpc>
                <a:spcPct val="142857"/>
              </a:lnSpc>
              <a:spcBef>
                <a:spcPts val="0"/>
              </a:spcBef>
              <a:spcAft>
                <a:spcPts val="0"/>
              </a:spcAft>
              <a:buClr>
                <a:srgbClr val="A32200"/>
              </a:buClr>
              <a:buSzPts val="700"/>
              <a:buFont typeface="Arial"/>
              <a:buNone/>
              <a:defRPr sz="700" b="0" i="0" u="none" strike="noStrike" cap="none">
                <a:solidFill>
                  <a:srgbClr val="A32200"/>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44" name="Google Shape;44;p13"/>
          <p:cNvSpPr txBox="1">
            <a:spLocks noGrp="1"/>
          </p:cNvSpPr>
          <p:nvPr>
            <p:ph type="body" idx="2"/>
          </p:nvPr>
        </p:nvSpPr>
        <p:spPr>
          <a:xfrm>
            <a:off x="640800" y="4574120"/>
            <a:ext cx="8822225" cy="914427"/>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45" name="Google Shape;45;p13"/>
          <p:cNvSpPr txBox="1">
            <a:spLocks noGrp="1"/>
          </p:cNvSpPr>
          <p:nvPr>
            <p:ph type="subTitle" idx="3"/>
          </p:nvPr>
        </p:nvSpPr>
        <p:spPr>
          <a:xfrm>
            <a:off x="644227" y="2845823"/>
            <a:ext cx="8820000" cy="1513235"/>
          </a:xfrm>
          <a:prstGeom prst="rect">
            <a:avLst/>
          </a:prstGeom>
          <a:noFill/>
          <a:ln>
            <a:noFill/>
          </a:ln>
        </p:spPr>
        <p:txBody>
          <a:bodyPr spcFirstLastPara="1" wrap="square" lIns="0" tIns="0" rIns="0" bIns="0" anchor="t" anchorCtr="0">
            <a:noAutofit/>
          </a:bodyPr>
          <a:lstStyle>
            <a:lvl1pPr marR="0" lvl="0" algn="l" rtl="0">
              <a:lnSpc>
                <a:spcPct val="91666"/>
              </a:lnSpc>
              <a:spcBef>
                <a:spcPts val="800"/>
              </a:spcBef>
              <a:spcAft>
                <a:spcPts val="0"/>
              </a:spcAft>
              <a:buClr>
                <a:schemeClr val="lt1"/>
              </a:buClr>
              <a:buSzPts val="6000"/>
              <a:buFont typeface="Arial"/>
              <a:buNone/>
              <a:defRPr sz="6000" b="1" i="0" u="none" strike="noStrike" cap="none">
                <a:solidFill>
                  <a:schemeClr val="lt1"/>
                </a:solidFill>
                <a:latin typeface="Arial"/>
                <a:ea typeface="Arial"/>
                <a:cs typeface="Arial"/>
                <a:sym typeface="Arial"/>
              </a:defRPr>
            </a:lvl1pPr>
            <a:lvl2pPr marR="0" lvl="1"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R="0" lvl="2"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R="0" lvl="3"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R="0" lvl="4"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R="0" lvl="5"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endParaRPr/>
          </a:p>
        </p:txBody>
      </p:sp>
      <p:pic>
        <p:nvPicPr>
          <p:cNvPr id="46" name="Google Shape;46;p13"/>
          <p:cNvPicPr preferRelativeResize="0"/>
          <p:nvPr/>
        </p:nvPicPr>
        <p:blipFill rotWithShape="1">
          <a:blip r:embed="rId4">
            <a:alphaModFix/>
          </a:blip>
          <a:srcRect/>
          <a:stretch/>
        </p:blipFill>
        <p:spPr>
          <a:xfrm>
            <a:off x="10121449" y="507429"/>
            <a:ext cx="1496116" cy="74805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49" name="Google Shape;49;p14"/>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14"/>
          <p:cNvSpPr txBox="1">
            <a:spLocks noGrp="1"/>
          </p:cNvSpPr>
          <p:nvPr>
            <p:ph type="body" idx="1"/>
          </p:nvPr>
        </p:nvSpPr>
        <p:spPr>
          <a:xfrm>
            <a:off x="360000" y="1440000"/>
            <a:ext cx="90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51" name="Google Shape;51;p14"/>
          <p:cNvSpPr txBox="1">
            <a:spLocks noGrp="1"/>
          </p:cNvSpPr>
          <p:nvPr>
            <p:ph type="body" idx="2"/>
          </p:nvPr>
        </p:nvSpPr>
        <p:spPr>
          <a:xfrm>
            <a:off x="360000" y="1799999"/>
            <a:ext cx="90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and Content Dark">
  <p:cSld name="Title and Content Dark">
    <p:bg>
      <p:bgPr>
        <a:solidFill>
          <a:schemeClr val="accent2"/>
        </a:solidFill>
        <a:effectLst/>
      </p:bgPr>
    </p:bg>
    <p:spTree>
      <p:nvGrpSpPr>
        <p:cNvPr id="1" name="Shape 52"/>
        <p:cNvGrpSpPr/>
        <p:nvPr/>
      </p:nvGrpSpPr>
      <p:grpSpPr>
        <a:xfrm>
          <a:off x="0" y="0"/>
          <a:ext cx="0" cy="0"/>
          <a:chOff x="0" y="0"/>
          <a:chExt cx="0" cy="0"/>
        </a:xfrm>
      </p:grpSpPr>
      <p:sp>
        <p:nvSpPr>
          <p:cNvPr id="53" name="Google Shape;53;p15"/>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54" name="Google Shape;54;p15"/>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5" name="Google Shape;55;p15"/>
          <p:cNvSpPr txBox="1">
            <a:spLocks noGrp="1"/>
          </p:cNvSpPr>
          <p:nvPr>
            <p:ph type="body" idx="1"/>
          </p:nvPr>
        </p:nvSpPr>
        <p:spPr>
          <a:xfrm>
            <a:off x="360000" y="1440000"/>
            <a:ext cx="90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2200"/>
              <a:buFont typeface="Arial"/>
              <a:buNone/>
              <a:defRPr sz="2200" b="1" i="0" u="none" strike="noStrike" cap="none">
                <a:solidFill>
                  <a:srgbClr val="FFFFFF"/>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56" name="Google Shape;56;p15"/>
          <p:cNvSpPr txBox="1">
            <a:spLocks noGrp="1"/>
          </p:cNvSpPr>
          <p:nvPr>
            <p:ph type="body" idx="2"/>
          </p:nvPr>
        </p:nvSpPr>
        <p:spPr>
          <a:xfrm>
            <a:off x="360000" y="1799999"/>
            <a:ext cx="90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57" name="Google Shape;57;p15"/>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58" name="Google Shape;58;p15"/>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Title and Content Teal">
  <p:cSld name="1_Title and Content Teal">
    <p:bg>
      <p:bgPr>
        <a:solidFill>
          <a:schemeClr val="accent4"/>
        </a:solidFill>
        <a:effectLst/>
      </p:bgPr>
    </p:bg>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61" name="Google Shape;61;p16"/>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2" name="Google Shape;62;p16"/>
          <p:cNvSpPr txBox="1">
            <a:spLocks noGrp="1"/>
          </p:cNvSpPr>
          <p:nvPr>
            <p:ph type="body" idx="1"/>
          </p:nvPr>
        </p:nvSpPr>
        <p:spPr>
          <a:xfrm>
            <a:off x="360000" y="1440000"/>
            <a:ext cx="90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2200"/>
              <a:buFont typeface="Arial"/>
              <a:buNone/>
              <a:defRPr sz="2200" b="1" i="0" u="none" strike="noStrike" cap="none">
                <a:solidFill>
                  <a:srgbClr val="FFFFFF"/>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63" name="Google Shape;63;p16"/>
          <p:cNvSpPr txBox="1">
            <a:spLocks noGrp="1"/>
          </p:cNvSpPr>
          <p:nvPr>
            <p:ph type="body" idx="2"/>
          </p:nvPr>
        </p:nvSpPr>
        <p:spPr>
          <a:xfrm>
            <a:off x="360000" y="1799999"/>
            <a:ext cx="90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64" name="Google Shape;64;p16"/>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65" name="Google Shape;65;p16"/>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eadline only">
  <p:cSld name="Headline only">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68" name="Google Shape;68;p17"/>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Headline only Dark">
  <p:cSld name="Headline only Dark">
    <p:bg>
      <p:bgPr>
        <a:solidFill>
          <a:schemeClr val="accent2"/>
        </a:solidFill>
        <a:effectLst/>
      </p:bgPr>
    </p:bg>
    <p:spTree>
      <p:nvGrpSpPr>
        <p:cNvPr id="1" name="Shape 69"/>
        <p:cNvGrpSpPr/>
        <p:nvPr/>
      </p:nvGrpSpPr>
      <p:grpSpPr>
        <a:xfrm>
          <a:off x="0" y="0"/>
          <a:ext cx="0" cy="0"/>
          <a:chOff x="0" y="0"/>
          <a:chExt cx="0" cy="0"/>
        </a:xfrm>
      </p:grpSpPr>
      <p:sp>
        <p:nvSpPr>
          <p:cNvPr id="70" name="Google Shape;70;p18"/>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71" name="Google Shape;71;p18"/>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p18"/>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73" name="Google Shape;73;p18"/>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Headline only Teal">
  <p:cSld name="1_Headline only Teal">
    <p:bg>
      <p:bgPr>
        <a:solidFill>
          <a:schemeClr val="accent4"/>
        </a:solid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76" name="Google Shape;76;p19"/>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77" name="Google Shape;77;p19"/>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78" name="Google Shape;78;p19"/>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mparison">
  <p:cSld name="Comparison">
    <p:bg>
      <p:bgPr>
        <a:solidFill>
          <a:schemeClr val="accent3"/>
        </a:solidFill>
        <a:effectLst/>
      </p:bgPr>
    </p:bg>
    <p:spTree>
      <p:nvGrpSpPr>
        <p:cNvPr id="1" name="Shape 79"/>
        <p:cNvGrpSpPr/>
        <p:nvPr/>
      </p:nvGrpSpPr>
      <p:grpSpPr>
        <a:xfrm>
          <a:off x="0" y="0"/>
          <a:ext cx="0" cy="0"/>
          <a:chOff x="0" y="0"/>
          <a:chExt cx="0" cy="0"/>
        </a:xfrm>
      </p:grpSpPr>
      <p:pic>
        <p:nvPicPr>
          <p:cNvPr id="80" name="Google Shape;80;p20"/>
          <p:cNvPicPr preferRelativeResize="0"/>
          <p:nvPr/>
        </p:nvPicPr>
        <p:blipFill rotWithShape="1">
          <a:blip r:embed="rId2">
            <a:alphaModFix/>
          </a:blip>
          <a:srcRect/>
          <a:stretch/>
        </p:blipFill>
        <p:spPr>
          <a:xfrm>
            <a:off x="0" y="0"/>
            <a:ext cx="7567885" cy="6858000"/>
          </a:xfrm>
          <a:prstGeom prst="rect">
            <a:avLst/>
          </a:prstGeom>
          <a:noFill/>
          <a:ln>
            <a:noFill/>
          </a:ln>
        </p:spPr>
      </p:pic>
      <p:sp>
        <p:nvSpPr>
          <p:cNvPr id="81" name="Google Shape;81;p20"/>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2" name="Google Shape;82;p20"/>
          <p:cNvSpPr txBox="1">
            <a:spLocks noGrp="1"/>
          </p:cNvSpPr>
          <p:nvPr>
            <p:ph type="title"/>
          </p:nvPr>
        </p:nvSpPr>
        <p:spPr>
          <a:xfrm>
            <a:off x="359999" y="1674394"/>
            <a:ext cx="504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sz="3000">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83" name="Google Shape;83;p20"/>
          <p:cNvSpPr txBox="1">
            <a:spLocks noGrp="1"/>
          </p:cNvSpPr>
          <p:nvPr>
            <p:ph type="body" idx="1"/>
          </p:nvPr>
        </p:nvSpPr>
        <p:spPr>
          <a:xfrm>
            <a:off x="6480000" y="1674393"/>
            <a:ext cx="5040000" cy="90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3000"/>
              <a:buFont typeface="Arial"/>
              <a:buNone/>
              <a:defRPr sz="3000" b="1"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84" name="Google Shape;84;p20"/>
          <p:cNvSpPr txBox="1">
            <a:spLocks noGrp="1"/>
          </p:cNvSpPr>
          <p:nvPr>
            <p:ph type="body" idx="2"/>
          </p:nvPr>
        </p:nvSpPr>
        <p:spPr>
          <a:xfrm>
            <a:off x="6480000" y="2834245"/>
            <a:ext cx="5040000" cy="3240000"/>
          </a:xfrm>
          <a:prstGeom prst="rect">
            <a:avLst/>
          </a:prstGeom>
          <a:noFill/>
          <a:ln>
            <a:noFill/>
          </a:ln>
        </p:spPr>
        <p:txBody>
          <a:bodyPr spcFirstLastPara="1" wrap="square" lIns="0" tIns="0" rIns="0" bIns="0" anchor="t" anchorCtr="0">
            <a:noAutofit/>
          </a:bodyPr>
          <a:lstStyle>
            <a:lvl1pPr marL="457200" marR="0" lvl="0" indent="-335280" algn="l" rtl="0">
              <a:lnSpc>
                <a:spcPct val="100000"/>
              </a:lnSpc>
              <a:spcBef>
                <a:spcPts val="500"/>
              </a:spcBef>
              <a:spcAft>
                <a:spcPts val="0"/>
              </a:spcAft>
              <a:buClr>
                <a:srgbClr val="FFFFFF"/>
              </a:buClr>
              <a:buSzPts val="168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85" name="Google Shape;85;p20"/>
          <p:cNvSpPr txBox="1">
            <a:spLocks noGrp="1"/>
          </p:cNvSpPr>
          <p:nvPr>
            <p:ph type="body" idx="3"/>
          </p:nvPr>
        </p:nvSpPr>
        <p:spPr>
          <a:xfrm>
            <a:off x="360000" y="2834245"/>
            <a:ext cx="5040000" cy="3240000"/>
          </a:xfrm>
          <a:prstGeom prst="rect">
            <a:avLst/>
          </a:prstGeom>
          <a:noFill/>
          <a:ln>
            <a:noFill/>
          </a:ln>
        </p:spPr>
        <p:txBody>
          <a:bodyPr spcFirstLastPara="1" wrap="square" lIns="0" tIns="0" rIns="0" bIns="0" anchor="t" anchorCtr="0">
            <a:noAutofit/>
          </a:bodyPr>
          <a:lstStyle>
            <a:lvl1pPr marL="457200" marR="0" lvl="0" indent="-335280" algn="l" rtl="0">
              <a:lnSpc>
                <a:spcPct val="100000"/>
              </a:lnSpc>
              <a:spcBef>
                <a:spcPts val="500"/>
              </a:spcBef>
              <a:spcAft>
                <a:spcPts val="0"/>
              </a:spcAft>
              <a:buClr>
                <a:schemeClr val="dk1"/>
              </a:buClr>
              <a:buSzPts val="1680"/>
              <a:buFont typeface="Arial"/>
              <a:buChar char="•"/>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86" name="Google Shape;86;p20"/>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87" name="Google Shape;87;p20"/>
          <p:cNvPicPr preferRelativeResize="0"/>
          <p:nvPr/>
        </p:nvPicPr>
        <p:blipFill rotWithShape="1">
          <a:blip r:embed="rId3">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Slide">
  <p:cSld name="Quote Slide">
    <p:bg>
      <p:bgPr>
        <a:solidFill>
          <a:schemeClr val="accent2"/>
        </a:solidFill>
        <a:effectLst/>
      </p:bgPr>
    </p:bg>
    <p:spTree>
      <p:nvGrpSpPr>
        <p:cNvPr id="1" name="Shape 88"/>
        <p:cNvGrpSpPr/>
        <p:nvPr/>
      </p:nvGrpSpPr>
      <p:grpSpPr>
        <a:xfrm>
          <a:off x="0" y="0"/>
          <a:ext cx="0" cy="0"/>
          <a:chOff x="0" y="0"/>
          <a:chExt cx="0" cy="0"/>
        </a:xfrm>
      </p:grpSpPr>
      <p:sp>
        <p:nvSpPr>
          <p:cNvPr id="89" name="Google Shape;89;p21"/>
          <p:cNvSpPr/>
          <p:nvPr/>
        </p:nvSpPr>
        <p:spPr>
          <a:xfrm>
            <a:off x="3554946" y="4955133"/>
            <a:ext cx="2120057"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ctr" anchorCtr="0">
            <a:spAutoFit/>
          </a:bodyPr>
          <a:lstStyle/>
          <a:p>
            <a:pPr marL="0" marR="0" lvl="0" indent="0" algn="ctr" rtl="0">
              <a:lnSpc>
                <a:spcPct val="157142"/>
              </a:lnSpc>
              <a:spcBef>
                <a:spcPts val="0"/>
              </a:spcBef>
              <a:spcAft>
                <a:spcPts val="0"/>
              </a:spcAft>
              <a:buClr>
                <a:srgbClr val="B40000"/>
              </a:buClr>
              <a:buSzPts val="1400"/>
              <a:buFont typeface="Arial"/>
              <a:buNone/>
            </a:pPr>
            <a:r>
              <a:rPr lang="en-US" sz="1400" b="1" i="0" u="none" strike="noStrike" cap="none">
                <a:solidFill>
                  <a:srgbClr val="B40000"/>
                </a:solidFill>
                <a:latin typeface="Arial"/>
                <a:ea typeface="Arial"/>
                <a:cs typeface="Arial"/>
                <a:sym typeface="Arial"/>
              </a:rPr>
              <a:t> </a:t>
            </a:r>
            <a:endParaRPr/>
          </a:p>
        </p:txBody>
      </p:sp>
      <p:sp>
        <p:nvSpPr>
          <p:cNvPr id="90" name="Google Shape;90;p21"/>
          <p:cNvSpPr txBox="1"/>
          <p:nvPr/>
        </p:nvSpPr>
        <p:spPr>
          <a:xfrm>
            <a:off x="1343734" y="2179914"/>
            <a:ext cx="239177" cy="3274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3800"/>
              <a:buFont typeface="Arial"/>
              <a:buNone/>
            </a:pPr>
            <a:r>
              <a:rPr lang="en-US" sz="3800" b="1" i="0" u="none" strike="noStrike" cap="none">
                <a:solidFill>
                  <a:schemeClr val="lt1"/>
                </a:solidFill>
                <a:latin typeface="Arial"/>
                <a:ea typeface="Arial"/>
                <a:cs typeface="Arial"/>
                <a:sym typeface="Arial"/>
              </a:rPr>
              <a:t>“</a:t>
            </a:r>
            <a:endParaRPr/>
          </a:p>
        </p:txBody>
      </p:sp>
      <p:sp>
        <p:nvSpPr>
          <p:cNvPr id="91" name="Google Shape;91;p21"/>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sp>
        <p:nvSpPr>
          <p:cNvPr id="92" name="Google Shape;92;p21"/>
          <p:cNvSpPr/>
          <p:nvPr/>
        </p:nvSpPr>
        <p:spPr>
          <a:xfrm rot="10800000" flipH="1">
            <a:off x="9366432" y="5569929"/>
            <a:ext cx="505472" cy="505473"/>
          </a:xfrm>
          <a:prstGeom prst="rect">
            <a:avLst/>
          </a:prstGeom>
          <a:solidFill>
            <a:srgbClr val="0BA2B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93" name="Google Shape;93;p21"/>
          <p:cNvSpPr txBox="1">
            <a:spLocks noGrp="1"/>
          </p:cNvSpPr>
          <p:nvPr>
            <p:ph type="title"/>
          </p:nvPr>
        </p:nvSpPr>
        <p:spPr>
          <a:xfrm>
            <a:off x="1591200" y="2187168"/>
            <a:ext cx="8405525" cy="197739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800"/>
              <a:buFont typeface="Arial"/>
              <a:buNone/>
              <a:defRPr sz="3800">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94" name="Google Shape;94;p21"/>
          <p:cNvSpPr txBox="1">
            <a:spLocks noGrp="1"/>
          </p:cNvSpPr>
          <p:nvPr>
            <p:ph type="body" idx="1"/>
          </p:nvPr>
        </p:nvSpPr>
        <p:spPr>
          <a:xfrm>
            <a:off x="1591200" y="4421963"/>
            <a:ext cx="7025229" cy="835517"/>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chemeClr val="lt2"/>
              </a:buClr>
              <a:buSzPts val="1600"/>
              <a:buFont typeface="Arial"/>
              <a:buNone/>
              <a:defRPr sz="1600" b="1" i="0" u="none" strike="noStrike" cap="none">
                <a:solidFill>
                  <a:schemeClr val="lt2"/>
                </a:solidFill>
                <a:latin typeface="Arial"/>
                <a:ea typeface="Arial"/>
                <a:cs typeface="Arial"/>
                <a:sym typeface="Arial"/>
              </a:defRPr>
            </a:lvl2pPr>
            <a:lvl3pPr marL="1371600" marR="0" lvl="2" indent="-228600" algn="l" rtl="0">
              <a:lnSpc>
                <a:spcPct val="100000"/>
              </a:lnSpc>
              <a:spcBef>
                <a:spcPts val="0"/>
              </a:spcBef>
              <a:spcAft>
                <a:spcPts val="0"/>
              </a:spcAft>
              <a:buClr>
                <a:schemeClr val="lt2"/>
              </a:buClr>
              <a:buSzPts val="1600"/>
              <a:buFont typeface="Arial"/>
              <a:buNone/>
              <a:defRPr sz="1600" b="0" i="0" u="none" strike="noStrike" cap="none">
                <a:solidFill>
                  <a:schemeClr val="lt2"/>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95" name="Google Shape;95;p21"/>
          <p:cNvPicPr preferRelativeResize="0"/>
          <p:nvPr/>
        </p:nvPicPr>
        <p:blipFill rotWithShape="1">
          <a:blip r:embed="rId2">
            <a:alphaModFix/>
          </a:blip>
          <a:srcRect/>
          <a:stretch/>
        </p:blipFill>
        <p:spPr>
          <a:xfrm>
            <a:off x="9374886" y="5067046"/>
            <a:ext cx="2006600" cy="1003300"/>
          </a:xfrm>
          <a:prstGeom prst="rect">
            <a:avLst/>
          </a:prstGeom>
          <a:noFill/>
          <a:ln>
            <a:noFill/>
          </a:ln>
        </p:spPr>
      </p:pic>
      <p:pic>
        <p:nvPicPr>
          <p:cNvPr id="96" name="Google Shape;96;p21"/>
          <p:cNvPicPr preferRelativeResize="0"/>
          <p:nvPr/>
        </p:nvPicPr>
        <p:blipFill rotWithShape="1">
          <a:blip r:embed="rId3">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photo">
  <p:cSld name="Content with photo">
    <p:spTree>
      <p:nvGrpSpPr>
        <p:cNvPr id="1" name="Shape 97"/>
        <p:cNvGrpSpPr/>
        <p:nvPr/>
      </p:nvGrpSpPr>
      <p:grpSpPr>
        <a:xfrm>
          <a:off x="0" y="0"/>
          <a:ext cx="0" cy="0"/>
          <a:chOff x="0" y="0"/>
          <a:chExt cx="0" cy="0"/>
        </a:xfrm>
      </p:grpSpPr>
      <p:sp>
        <p:nvSpPr>
          <p:cNvPr id="98" name="Google Shape;98;p22"/>
          <p:cNvSpPr>
            <a:spLocks noGrp="1"/>
          </p:cNvSpPr>
          <p:nvPr>
            <p:ph type="pic" idx="2"/>
          </p:nvPr>
        </p:nvSpPr>
        <p:spPr>
          <a:xfrm>
            <a:off x="7937500" y="1447601"/>
            <a:ext cx="4241800" cy="5410399"/>
          </a:xfrm>
          <a:prstGeom prst="rect">
            <a:avLst/>
          </a:prstGeom>
          <a:noFill/>
          <a:ln>
            <a:noFill/>
          </a:ln>
        </p:spPr>
      </p:sp>
      <p:sp>
        <p:nvSpPr>
          <p:cNvPr id="99" name="Google Shape;99;p22"/>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00" name="Google Shape;100;p22"/>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01" name="Google Shape;101;p22"/>
          <p:cNvSpPr txBox="1">
            <a:spLocks noGrp="1"/>
          </p:cNvSpPr>
          <p:nvPr>
            <p:ph type="body" idx="1"/>
          </p:nvPr>
        </p:nvSpPr>
        <p:spPr>
          <a:xfrm>
            <a:off x="360000" y="1440000"/>
            <a:ext cx="72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02" name="Google Shape;102;p22"/>
          <p:cNvSpPr txBox="1">
            <a:spLocks noGrp="1"/>
          </p:cNvSpPr>
          <p:nvPr>
            <p:ph type="body" idx="3"/>
          </p:nvPr>
        </p:nvSpPr>
        <p:spPr>
          <a:xfrm>
            <a:off x="360000" y="1799999"/>
            <a:ext cx="72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03" name="Google Shape;103;p22"/>
          <p:cNvPicPr preferRelativeResize="0"/>
          <p:nvPr/>
        </p:nvPicPr>
        <p:blipFill rotWithShape="1">
          <a:blip r:embed="rId2">
            <a:alphaModFix/>
          </a:blip>
          <a:srcRect/>
          <a:stretch/>
        </p:blipFill>
        <p:spPr>
          <a:xfrm>
            <a:off x="7937500" y="3935445"/>
            <a:ext cx="965200" cy="965200"/>
          </a:xfrm>
          <a:prstGeom prst="rect">
            <a:avLst/>
          </a:prstGeom>
          <a:noFill/>
          <a:ln>
            <a:noFill/>
          </a:ln>
        </p:spPr>
      </p:pic>
      <p:sp>
        <p:nvSpPr>
          <p:cNvPr id="104" name="Google Shape;104;p22"/>
          <p:cNvSpPr txBox="1">
            <a:spLocks noGrp="1"/>
          </p:cNvSpPr>
          <p:nvPr>
            <p:ph type="body" idx="4"/>
          </p:nvPr>
        </p:nvSpPr>
        <p:spPr>
          <a:xfrm>
            <a:off x="2793987" y="4888595"/>
            <a:ext cx="6980036" cy="1969405"/>
          </a:xfrm>
          <a:prstGeom prst="rect">
            <a:avLst/>
          </a:prstGeom>
          <a:solidFill>
            <a:srgbClr val="CCF2FF"/>
          </a:solidFill>
          <a:ln>
            <a:noFill/>
          </a:ln>
        </p:spPr>
        <p:txBody>
          <a:bodyPr spcFirstLastPara="1" wrap="square" lIns="317500" tIns="317500" rIns="317500" bIns="317500" anchor="t" anchorCtr="0">
            <a:noAutofit/>
          </a:bodyPr>
          <a:lstStyle>
            <a:lvl1pPr marL="457200" marR="0" lvl="0" indent="-228600" algn="l" rtl="0">
              <a:lnSpc>
                <a:spcPct val="115789"/>
              </a:lnSpc>
              <a:spcBef>
                <a:spcPts val="0"/>
              </a:spcBef>
              <a:spcAft>
                <a:spcPts val="0"/>
              </a:spcAft>
              <a:buClr>
                <a:schemeClr val="accent1"/>
              </a:buClr>
              <a:buSzPts val="1900"/>
              <a:buFont typeface="Arial"/>
              <a:buNone/>
              <a:defRPr sz="1900" b="1" i="0" u="none" strike="noStrike" cap="none">
                <a:solidFill>
                  <a:schemeClr val="accent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05" name="Google Shape;105;p22"/>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OC Slide 4">
  <p:cSld name="TOC Slide 4">
    <p:bg>
      <p:bgPr>
        <a:solidFill>
          <a:schemeClr val="accent4"/>
        </a:solidFill>
        <a:effectLst/>
      </p:bgPr>
    </p:bg>
    <p:spTree>
      <p:nvGrpSpPr>
        <p:cNvPr id="1" name="Shape 106"/>
        <p:cNvGrpSpPr/>
        <p:nvPr/>
      </p:nvGrpSpPr>
      <p:grpSpPr>
        <a:xfrm>
          <a:off x="0" y="0"/>
          <a:ext cx="0" cy="0"/>
          <a:chOff x="0" y="0"/>
          <a:chExt cx="0" cy="0"/>
        </a:xfrm>
      </p:grpSpPr>
      <p:sp>
        <p:nvSpPr>
          <p:cNvPr id="107" name="Google Shape;107;p23"/>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000"/>
              <a:buFont typeface="Arial"/>
              <a:buNone/>
              <a:defRPr>
                <a:solidFill>
                  <a:schemeClr val="lt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08" name="Google Shape;108;p23"/>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09" name="Google Shape;109;p23"/>
          <p:cNvSpPr txBox="1">
            <a:spLocks noGrp="1"/>
          </p:cNvSpPr>
          <p:nvPr>
            <p:ph type="body" idx="1"/>
          </p:nvPr>
        </p:nvSpPr>
        <p:spPr>
          <a:xfrm>
            <a:off x="36000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0" name="Google Shape;110;p23"/>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111" name="Google Shape;111;p23"/>
          <p:cNvSpPr txBox="1">
            <a:spLocks noGrp="1"/>
          </p:cNvSpPr>
          <p:nvPr>
            <p:ph type="body" idx="2"/>
          </p:nvPr>
        </p:nvSpPr>
        <p:spPr>
          <a:xfrm>
            <a:off x="322999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2" name="Google Shape;112;p23"/>
          <p:cNvSpPr txBox="1">
            <a:spLocks noGrp="1"/>
          </p:cNvSpPr>
          <p:nvPr>
            <p:ph type="body" idx="3"/>
          </p:nvPr>
        </p:nvSpPr>
        <p:spPr>
          <a:xfrm>
            <a:off x="609998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3" name="Google Shape;113;p23"/>
          <p:cNvSpPr txBox="1">
            <a:spLocks noGrp="1"/>
          </p:cNvSpPr>
          <p:nvPr>
            <p:ph type="body" idx="4"/>
          </p:nvPr>
        </p:nvSpPr>
        <p:spPr>
          <a:xfrm>
            <a:off x="896997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14" name="Google Shape;114;p23"/>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OC Slide 8">
  <p:cSld name="TOC Slide 8">
    <p:bg>
      <p:bgPr>
        <a:solidFill>
          <a:schemeClr val="accent4"/>
        </a:solidFill>
        <a:effectLst/>
      </p:bgPr>
    </p:bg>
    <p:spTree>
      <p:nvGrpSpPr>
        <p:cNvPr id="1" name="Shape 115"/>
        <p:cNvGrpSpPr/>
        <p:nvPr/>
      </p:nvGrpSpPr>
      <p:grpSpPr>
        <a:xfrm>
          <a:off x="0" y="0"/>
          <a:ext cx="0" cy="0"/>
          <a:chOff x="0" y="0"/>
          <a:chExt cx="0" cy="0"/>
        </a:xfrm>
      </p:grpSpPr>
      <p:sp>
        <p:nvSpPr>
          <p:cNvPr id="116" name="Google Shape;116;p24"/>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000"/>
              <a:buFont typeface="Arial"/>
              <a:buNone/>
              <a:defRPr>
                <a:solidFill>
                  <a:schemeClr val="lt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17" name="Google Shape;117;p24"/>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24"/>
          <p:cNvSpPr txBox="1">
            <a:spLocks noGrp="1"/>
          </p:cNvSpPr>
          <p:nvPr>
            <p:ph type="body" idx="1"/>
          </p:nvPr>
        </p:nvSpPr>
        <p:spPr>
          <a:xfrm>
            <a:off x="36000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9" name="Google Shape;119;p24"/>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120" name="Google Shape;120;p24"/>
          <p:cNvSpPr txBox="1">
            <a:spLocks noGrp="1"/>
          </p:cNvSpPr>
          <p:nvPr>
            <p:ph type="body" idx="2"/>
          </p:nvPr>
        </p:nvSpPr>
        <p:spPr>
          <a:xfrm>
            <a:off x="322999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1" name="Google Shape;121;p24"/>
          <p:cNvSpPr txBox="1">
            <a:spLocks noGrp="1"/>
          </p:cNvSpPr>
          <p:nvPr>
            <p:ph type="body" idx="3"/>
          </p:nvPr>
        </p:nvSpPr>
        <p:spPr>
          <a:xfrm>
            <a:off x="609998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2" name="Google Shape;122;p24"/>
          <p:cNvSpPr txBox="1">
            <a:spLocks noGrp="1"/>
          </p:cNvSpPr>
          <p:nvPr>
            <p:ph type="body" idx="4"/>
          </p:nvPr>
        </p:nvSpPr>
        <p:spPr>
          <a:xfrm>
            <a:off x="896997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3" name="Google Shape;123;p24"/>
          <p:cNvSpPr txBox="1">
            <a:spLocks noGrp="1"/>
          </p:cNvSpPr>
          <p:nvPr>
            <p:ph type="body" idx="5"/>
          </p:nvPr>
        </p:nvSpPr>
        <p:spPr>
          <a:xfrm>
            <a:off x="36000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4" name="Google Shape;124;p24"/>
          <p:cNvSpPr txBox="1">
            <a:spLocks noGrp="1"/>
          </p:cNvSpPr>
          <p:nvPr>
            <p:ph type="body" idx="6"/>
          </p:nvPr>
        </p:nvSpPr>
        <p:spPr>
          <a:xfrm>
            <a:off x="322999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5" name="Google Shape;125;p24"/>
          <p:cNvSpPr txBox="1">
            <a:spLocks noGrp="1"/>
          </p:cNvSpPr>
          <p:nvPr>
            <p:ph type="body" idx="7"/>
          </p:nvPr>
        </p:nvSpPr>
        <p:spPr>
          <a:xfrm>
            <a:off x="609998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6" name="Google Shape;126;p24"/>
          <p:cNvSpPr txBox="1">
            <a:spLocks noGrp="1"/>
          </p:cNvSpPr>
          <p:nvPr>
            <p:ph type="body" idx="8"/>
          </p:nvPr>
        </p:nvSpPr>
        <p:spPr>
          <a:xfrm>
            <a:off x="896997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27" name="Google Shape;127;p24"/>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Agenda slide Table Dark">
  <p:cSld name="Agenda slide Table Dark">
    <p:bg>
      <p:bgPr>
        <a:solidFill>
          <a:schemeClr val="accent2"/>
        </a:solidFill>
        <a:effectLst/>
      </p:bgPr>
    </p:bg>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359999" y="360000"/>
            <a:ext cx="9000000" cy="54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30" name="Google Shape;130;p25"/>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1" name="Google Shape;131;p25"/>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32" name="Google Shape;132;p25"/>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Agenda slide Table">
  <p:cSld name="Agenda slide Table">
    <p:bg>
      <p:bgPr>
        <a:solidFill>
          <a:schemeClr val="accent4"/>
        </a:solidFill>
        <a:effectLst/>
      </p:bgPr>
    </p:bg>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359999" y="360000"/>
            <a:ext cx="9000000" cy="54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35" name="Google Shape;135;p26"/>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6" name="Google Shape;136;p26"/>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37" name="Google Shape;137;p26"/>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66666"/>
              </a:lnSpc>
              <a:spcBef>
                <a:spcPts val="0"/>
              </a:spcBef>
              <a:spcAft>
                <a:spcPts val="0"/>
              </a:spcAft>
              <a:buClr>
                <a:schemeClr val="dk1"/>
              </a:buClr>
              <a:buSzPts val="1800"/>
              <a:buNone/>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40" name="Google Shape;140;p27"/>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41" name="Google Shape;141;p27"/>
          <p:cNvSpPr txBox="1">
            <a:spLocks noGrp="1"/>
          </p:cNvSpPr>
          <p:nvPr>
            <p:ph type="body" idx="1"/>
          </p:nvPr>
        </p:nvSpPr>
        <p:spPr>
          <a:xfrm>
            <a:off x="360000" y="2610760"/>
            <a:ext cx="3478685" cy="2108201"/>
          </a:xfrm>
          <a:prstGeom prst="rect">
            <a:avLst/>
          </a:prstGeom>
          <a:solidFill>
            <a:schemeClr val="accent2"/>
          </a:solidFill>
          <a:ln>
            <a:noFill/>
          </a:ln>
        </p:spPr>
        <p:txBody>
          <a:bodyPr spcFirstLastPara="1" wrap="square" lIns="182875" tIns="182875" rIns="182875" bIns="182875" anchor="ctr" anchorCtr="0">
            <a:normAutofit/>
          </a:bodyPr>
          <a:lstStyle>
            <a:lvl1pPr marL="457200" marR="0" lvl="0" indent="-228600" algn="ctr"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1pPr>
            <a:lvl2pPr marL="914400" marR="0" lvl="1"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2pPr>
            <a:lvl3pPr marL="1371600" marR="0" lvl="2"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3pPr>
            <a:lvl4pPr marL="1828800" marR="0" lvl="3"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4pPr>
            <a:lvl5pPr marL="2286000" marR="0" lvl="4"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42" name="Google Shape;142;p27"/>
          <p:cNvSpPr txBox="1">
            <a:spLocks noGrp="1"/>
          </p:cNvSpPr>
          <p:nvPr>
            <p:ph type="body" idx="2"/>
          </p:nvPr>
        </p:nvSpPr>
        <p:spPr>
          <a:xfrm>
            <a:off x="4308328" y="2610760"/>
            <a:ext cx="3478685" cy="2108201"/>
          </a:xfrm>
          <a:prstGeom prst="rect">
            <a:avLst/>
          </a:prstGeom>
          <a:solidFill>
            <a:schemeClr val="accent4"/>
          </a:solidFill>
          <a:ln>
            <a:noFill/>
          </a:ln>
        </p:spPr>
        <p:txBody>
          <a:bodyPr spcFirstLastPara="1" wrap="square" lIns="182875" tIns="182875" rIns="182875" bIns="182875" anchor="ctr" anchorCtr="0">
            <a:normAutofit/>
          </a:bodyPr>
          <a:lstStyle>
            <a:lvl1pPr marL="457200" marR="0" lvl="0" indent="-228600" algn="ctr"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1pPr>
            <a:lvl2pPr marL="914400" marR="0" lvl="1"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2pPr>
            <a:lvl3pPr marL="1371600" marR="0" lvl="2"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3pPr>
            <a:lvl4pPr marL="1828800" marR="0" lvl="3"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4pPr>
            <a:lvl5pPr marL="2286000" marR="0" lvl="4"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43" name="Google Shape;143;p27"/>
          <p:cNvSpPr txBox="1">
            <a:spLocks noGrp="1"/>
          </p:cNvSpPr>
          <p:nvPr>
            <p:ph type="body" idx="3"/>
          </p:nvPr>
        </p:nvSpPr>
        <p:spPr>
          <a:xfrm>
            <a:off x="8256655" y="2610760"/>
            <a:ext cx="3478685" cy="2108201"/>
          </a:xfrm>
          <a:prstGeom prst="rect">
            <a:avLst/>
          </a:prstGeom>
          <a:solidFill>
            <a:schemeClr val="accent3"/>
          </a:solidFill>
          <a:ln>
            <a:noFill/>
          </a:ln>
        </p:spPr>
        <p:txBody>
          <a:bodyPr spcFirstLastPara="1" wrap="square" lIns="182875" tIns="182875" rIns="182875" bIns="182875" anchor="ctr" anchorCtr="0">
            <a:normAutofit/>
          </a:bodyPr>
          <a:lstStyle>
            <a:lvl1pPr marL="457200" marR="0" lvl="0" indent="-228600" algn="ctr"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1pPr>
            <a:lvl2pPr marL="914400" marR="0" lvl="1"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2pPr>
            <a:lvl3pPr marL="1371600" marR="0" lvl="2"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3pPr>
            <a:lvl4pPr marL="1828800" marR="0" lvl="3"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4pPr>
            <a:lvl5pPr marL="2286000" marR="0" lvl="4"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Slide with logo Dark">
  <p:cSld name="Slide with logo Dark">
    <p:bg>
      <p:bgPr>
        <a:solidFill>
          <a:schemeClr val="accent2"/>
        </a:solidFill>
        <a:effectLst/>
      </p:bgPr>
    </p:bg>
    <p:spTree>
      <p:nvGrpSpPr>
        <p:cNvPr id="1" name="Shape 144"/>
        <p:cNvGrpSpPr/>
        <p:nvPr/>
      </p:nvGrpSpPr>
      <p:grpSpPr>
        <a:xfrm>
          <a:off x="0" y="0"/>
          <a:ext cx="0" cy="0"/>
          <a:chOff x="0" y="0"/>
          <a:chExt cx="0" cy="0"/>
        </a:xfrm>
      </p:grpSpPr>
      <p:sp>
        <p:nvSpPr>
          <p:cNvPr id="145" name="Google Shape;145;p28"/>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6" name="Google Shape;146;p28"/>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47" name="Google Shape;147;p28"/>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Slide with logo Teal">
  <p:cSld name="1_Slide with logo Teal">
    <p:bg>
      <p:bgPr>
        <a:solidFill>
          <a:schemeClr val="accent4"/>
        </a:solidFill>
        <a:effectLst/>
      </p:bgPr>
    </p:bg>
    <p:spTree>
      <p:nvGrpSpPr>
        <p:cNvPr id="1" name="Shape 148"/>
        <p:cNvGrpSpPr/>
        <p:nvPr/>
      </p:nvGrpSpPr>
      <p:grpSpPr>
        <a:xfrm>
          <a:off x="0" y="0"/>
          <a:ext cx="0" cy="0"/>
          <a:chOff x="0" y="0"/>
          <a:chExt cx="0" cy="0"/>
        </a:xfrm>
      </p:grpSpPr>
      <p:sp>
        <p:nvSpPr>
          <p:cNvPr id="149" name="Google Shape;149;p29"/>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0" name="Google Shape;150;p29"/>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51" name="Google Shape;151;p29"/>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hank You Slide">
  <p:cSld name="Thank You Slide">
    <p:bg>
      <p:bgPr>
        <a:solidFill>
          <a:schemeClr val="accent1"/>
        </a:solidFill>
        <a:effectLst/>
      </p:bgPr>
    </p:bg>
    <p:spTree>
      <p:nvGrpSpPr>
        <p:cNvPr id="1" name="Shape 152"/>
        <p:cNvGrpSpPr/>
        <p:nvPr/>
      </p:nvGrpSpPr>
      <p:grpSpPr>
        <a:xfrm>
          <a:off x="0" y="0"/>
          <a:ext cx="0" cy="0"/>
          <a:chOff x="0" y="0"/>
          <a:chExt cx="0" cy="0"/>
        </a:xfrm>
      </p:grpSpPr>
      <p:sp>
        <p:nvSpPr>
          <p:cNvPr id="153" name="Google Shape;153;p30"/>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54" name="Google Shape;154;p30" descr="Image"/>
          <p:cNvPicPr preferRelativeResize="0"/>
          <p:nvPr/>
        </p:nvPicPr>
        <p:blipFill rotWithShape="1">
          <a:blip r:embed="rId2">
            <a:alphaModFix/>
          </a:blip>
          <a:srcRect/>
          <a:stretch/>
        </p:blipFill>
        <p:spPr>
          <a:xfrm>
            <a:off x="600348" y="393566"/>
            <a:ext cx="6557644" cy="3556001"/>
          </a:xfrm>
          <a:prstGeom prst="rect">
            <a:avLst/>
          </a:prstGeom>
          <a:noFill/>
          <a:ln>
            <a:noFill/>
          </a:ln>
        </p:spPr>
      </p:pic>
      <p:sp>
        <p:nvSpPr>
          <p:cNvPr id="155" name="Google Shape;155;p30"/>
          <p:cNvSpPr txBox="1">
            <a:spLocks noGrp="1"/>
          </p:cNvSpPr>
          <p:nvPr>
            <p:ph type="body" idx="1"/>
          </p:nvPr>
        </p:nvSpPr>
        <p:spPr>
          <a:xfrm>
            <a:off x="617538"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6" name="Google Shape;156;p30"/>
          <p:cNvSpPr txBox="1">
            <a:spLocks noGrp="1"/>
          </p:cNvSpPr>
          <p:nvPr>
            <p:ph type="body" idx="2"/>
          </p:nvPr>
        </p:nvSpPr>
        <p:spPr>
          <a:xfrm>
            <a:off x="3473690"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7" name="Google Shape;157;p30"/>
          <p:cNvSpPr txBox="1">
            <a:spLocks noGrp="1"/>
          </p:cNvSpPr>
          <p:nvPr>
            <p:ph type="body" idx="3"/>
          </p:nvPr>
        </p:nvSpPr>
        <p:spPr>
          <a:xfrm>
            <a:off x="6329842"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8" name="Google Shape;158;p30"/>
          <p:cNvSpPr txBox="1">
            <a:spLocks noGrp="1"/>
          </p:cNvSpPr>
          <p:nvPr>
            <p:ph type="body" idx="4"/>
          </p:nvPr>
        </p:nvSpPr>
        <p:spPr>
          <a:xfrm>
            <a:off x="9185994"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9" name="Google Shape;159;p30"/>
          <p:cNvSpPr txBox="1">
            <a:spLocks noGrp="1"/>
          </p:cNvSpPr>
          <p:nvPr>
            <p:ph type="body" idx="5"/>
          </p:nvPr>
        </p:nvSpPr>
        <p:spPr>
          <a:xfrm>
            <a:off x="617538"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60" name="Google Shape;160;p30"/>
          <p:cNvSpPr txBox="1">
            <a:spLocks noGrp="1"/>
          </p:cNvSpPr>
          <p:nvPr>
            <p:ph type="body" idx="6"/>
          </p:nvPr>
        </p:nvSpPr>
        <p:spPr>
          <a:xfrm>
            <a:off x="3473690"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61" name="Google Shape;161;p30"/>
          <p:cNvSpPr txBox="1">
            <a:spLocks noGrp="1"/>
          </p:cNvSpPr>
          <p:nvPr>
            <p:ph type="body" idx="7"/>
          </p:nvPr>
        </p:nvSpPr>
        <p:spPr>
          <a:xfrm>
            <a:off x="6329842"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62" name="Google Shape;162;p30"/>
          <p:cNvSpPr txBox="1">
            <a:spLocks noGrp="1"/>
          </p:cNvSpPr>
          <p:nvPr>
            <p:ph type="body" idx="8"/>
          </p:nvPr>
        </p:nvSpPr>
        <p:spPr>
          <a:xfrm>
            <a:off x="9185994"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63" name="Google Shape;163;p30"/>
          <p:cNvPicPr preferRelativeResize="0"/>
          <p:nvPr/>
        </p:nvPicPr>
        <p:blipFill rotWithShape="1">
          <a:blip r:embed="rId3">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8"/>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8" name="Google Shape;8;p8"/>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marR="0" lvl="1"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2pPr>
            <a:lvl3pPr marR="0" lvl="2"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3pPr>
            <a:lvl4pPr marR="0" lvl="3"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4pPr>
            <a:lvl5pPr marR="0" lvl="4"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5pPr>
            <a:lvl6pPr marR="0" lvl="5"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6pPr>
            <a:lvl7pPr marR="0" lvl="6"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7pPr>
            <a:lvl8pPr marR="0" lvl="7"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8pPr>
            <a:lvl9pPr marR="0" lvl="8"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9pPr>
          </a:lstStyle>
          <a:p>
            <a:endParaRPr/>
          </a:p>
        </p:txBody>
      </p:sp>
      <p:pic>
        <p:nvPicPr>
          <p:cNvPr id="9" name="Google Shape;9;p8"/>
          <p:cNvPicPr preferRelativeResize="0"/>
          <p:nvPr/>
        </p:nvPicPr>
        <p:blipFill rotWithShape="1">
          <a:blip r:embed="rId24">
            <a:alphaModFix/>
          </a:blip>
          <a:srcRect/>
          <a:stretch/>
        </p:blipFill>
        <p:spPr>
          <a:xfrm>
            <a:off x="10897966" y="362286"/>
            <a:ext cx="833598" cy="4167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hyperlink" Target="https://tridenstechnology.com/telecom-chur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
          <p:cNvSpPr txBox="1">
            <a:spLocks noGrp="1"/>
          </p:cNvSpPr>
          <p:nvPr>
            <p:ph type="body" idx="1"/>
          </p:nvPr>
        </p:nvSpPr>
        <p:spPr>
          <a:xfrm>
            <a:off x="481968" y="3916592"/>
            <a:ext cx="11156371" cy="1123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None/>
            </a:pPr>
            <a:r>
              <a:rPr lang="en-US" sz="1800" dirty="0">
                <a:solidFill>
                  <a:srgbClr val="0D1117"/>
                </a:solidFill>
                <a:highlight>
                  <a:srgbClr val="F0F6FC"/>
                </a:highlight>
              </a:rPr>
              <a:t>A sophisticated multi-agent AI platform, built on UiPath Maestro, orchestrates ten specialized agents across CRM intelligence, sentiment analysis, behavioral risk assessment, and unified risk scoring to predict telecom customer churn in real time. The solution embeds an ethics-first retention framework, rigorously screening each customer against hardship and governance criteria before initiating empathetic, human-in-the-loop.</a:t>
            </a:r>
            <a:endParaRPr sz="2000" b="1" dirty="0"/>
          </a:p>
        </p:txBody>
      </p:sp>
      <p:sp>
        <p:nvSpPr>
          <p:cNvPr id="169" name="Google Shape;169;p1"/>
          <p:cNvSpPr txBox="1">
            <a:spLocks noGrp="1"/>
          </p:cNvSpPr>
          <p:nvPr>
            <p:ph type="title"/>
          </p:nvPr>
        </p:nvSpPr>
        <p:spPr>
          <a:xfrm>
            <a:off x="464800" y="1492775"/>
            <a:ext cx="9756886" cy="1712100"/>
          </a:xfrm>
          <a:prstGeom prst="rect">
            <a:avLst/>
          </a:prstGeom>
          <a:noFill/>
          <a:ln>
            <a:noFill/>
          </a:ln>
        </p:spPr>
        <p:txBody>
          <a:bodyPr spcFirstLastPara="1" wrap="square" lIns="0" tIns="0" rIns="0" bIns="0" anchor="t" anchorCtr="0">
            <a:noAutofit/>
          </a:bodyPr>
          <a:lstStyle/>
          <a:p>
            <a:pPr lvl="0">
              <a:lnSpc>
                <a:spcPct val="115000"/>
              </a:lnSpc>
            </a:pPr>
            <a:r>
              <a:rPr lang="en-US" sz="5300" i="1" u="sng" dirty="0"/>
              <a:t>Whispers</a:t>
            </a:r>
            <a:r>
              <a:rPr lang="en-US" sz="5300" u="sng" dirty="0"/>
              <a:t> of Retention : </a:t>
            </a:r>
            <a:r>
              <a:rPr lang="en-IN" dirty="0"/>
              <a:t>The retention gap in </a:t>
            </a:r>
            <a:r>
              <a:rPr lang="en-IN" i="1" dirty="0"/>
              <a:t>telecom churn – BY Processor Squad</a:t>
            </a:r>
            <a:endParaRPr sz="5300" u="sng" dirty="0"/>
          </a:p>
        </p:txBody>
      </p:sp>
      <p:pic>
        <p:nvPicPr>
          <p:cNvPr id="170" name="Google Shape;170;p1"/>
          <p:cNvPicPr preferRelativeResize="0"/>
          <p:nvPr/>
        </p:nvPicPr>
        <p:blipFill>
          <a:blip r:embed="rId3">
            <a:alphaModFix/>
          </a:blip>
          <a:stretch>
            <a:fillRect/>
          </a:stretch>
        </p:blipFill>
        <p:spPr>
          <a:xfrm>
            <a:off x="8206775" y="778600"/>
            <a:ext cx="3861067" cy="2171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4DE56900-38B8-DFDF-4CBF-4F3FCA5887E0}"/>
            </a:ext>
          </a:extLst>
        </p:cNvPr>
        <p:cNvGrpSpPr/>
        <p:nvPr/>
      </p:nvGrpSpPr>
      <p:grpSpPr>
        <a:xfrm>
          <a:off x="0" y="0"/>
          <a:ext cx="0" cy="0"/>
          <a:chOff x="0" y="0"/>
          <a:chExt cx="0" cy="0"/>
        </a:xfrm>
      </p:grpSpPr>
      <p:sp>
        <p:nvSpPr>
          <p:cNvPr id="175" name="Google Shape;175;p3">
            <a:extLst>
              <a:ext uri="{FF2B5EF4-FFF2-40B4-BE49-F238E27FC236}">
                <a16:creationId xmlns:a16="http://schemas.microsoft.com/office/drawing/2014/main" id="{46273D4D-A0C0-0E2B-0CC3-8BF52BB81F73}"/>
              </a:ext>
            </a:extLst>
          </p:cNvPr>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172024"/>
              </a:buClr>
              <a:buSzPts val="3000"/>
              <a:buFont typeface="Arial"/>
              <a:buNone/>
            </a:pPr>
            <a:r>
              <a:rPr lang="en-US">
                <a:solidFill>
                  <a:srgbClr val="172024"/>
                </a:solidFill>
              </a:rPr>
              <a:t>Problem statement and proposed solution</a:t>
            </a:r>
            <a:endParaRPr>
              <a:solidFill>
                <a:srgbClr val="172024"/>
              </a:solidFill>
            </a:endParaRPr>
          </a:p>
        </p:txBody>
      </p:sp>
      <p:sp>
        <p:nvSpPr>
          <p:cNvPr id="176" name="Google Shape;176;p3">
            <a:extLst>
              <a:ext uri="{FF2B5EF4-FFF2-40B4-BE49-F238E27FC236}">
                <a16:creationId xmlns:a16="http://schemas.microsoft.com/office/drawing/2014/main" id="{008F0F83-7633-8B48-34C3-0626F4C23396}"/>
              </a:ext>
            </a:extLst>
          </p:cNvPr>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chemeClr val="dk1"/>
              </a:buClr>
              <a:buSzPts val="1000"/>
              <a:buFont typeface="Arial"/>
              <a:buNone/>
            </a:pPr>
            <a:fld id="{00000000-1234-1234-1234-123412341234}" type="slidenum">
              <a:rPr lang="en-US"/>
              <a:t>2</a:t>
            </a:fld>
            <a:endParaRPr/>
          </a:p>
        </p:txBody>
      </p:sp>
      <p:sp>
        <p:nvSpPr>
          <p:cNvPr id="177" name="Google Shape;177;p3">
            <a:extLst>
              <a:ext uri="{FF2B5EF4-FFF2-40B4-BE49-F238E27FC236}">
                <a16:creationId xmlns:a16="http://schemas.microsoft.com/office/drawing/2014/main" id="{EF8A02C6-8710-9A18-536E-8219F97D06DC}"/>
              </a:ext>
            </a:extLst>
          </p:cNvPr>
          <p:cNvSpPr txBox="1">
            <a:spLocks noGrp="1"/>
          </p:cNvSpPr>
          <p:nvPr>
            <p:ph type="body" idx="1"/>
          </p:nvPr>
        </p:nvSpPr>
        <p:spPr>
          <a:xfrm>
            <a:off x="360000" y="1440000"/>
            <a:ext cx="5040000" cy="25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200"/>
              <a:buFont typeface="Arial"/>
              <a:buNone/>
            </a:pPr>
            <a:r>
              <a:rPr lang="en-US" dirty="0"/>
              <a:t>Problem</a:t>
            </a:r>
            <a:endParaRPr dirty="0"/>
          </a:p>
        </p:txBody>
      </p:sp>
      <p:sp>
        <p:nvSpPr>
          <p:cNvPr id="178" name="Google Shape;178;p3">
            <a:extLst>
              <a:ext uri="{FF2B5EF4-FFF2-40B4-BE49-F238E27FC236}">
                <a16:creationId xmlns:a16="http://schemas.microsoft.com/office/drawing/2014/main" id="{79949124-65D9-1354-9396-B50BFCDE4288}"/>
              </a:ext>
            </a:extLst>
          </p:cNvPr>
          <p:cNvSpPr txBox="1">
            <a:spLocks noGrp="1"/>
          </p:cNvSpPr>
          <p:nvPr>
            <p:ph type="body" idx="2"/>
          </p:nvPr>
        </p:nvSpPr>
        <p:spPr>
          <a:xfrm>
            <a:off x="-217214" y="1800000"/>
            <a:ext cx="4616700" cy="4527600"/>
          </a:xfrm>
          <a:prstGeom prst="rect">
            <a:avLst/>
          </a:prstGeom>
          <a:noFill/>
          <a:ln>
            <a:noFill/>
          </a:ln>
        </p:spPr>
        <p:txBody>
          <a:bodyPr spcFirstLastPara="1" wrap="square" lIns="0" tIns="0" rIns="0" bIns="0" anchor="t" anchorCtr="0">
            <a:noAutofit/>
          </a:bodyPr>
          <a:lstStyle/>
          <a:p>
            <a:pPr lvl="0" indent="0"/>
            <a:r>
              <a:rPr lang="en-IN" sz="1050" dirty="0">
                <a:highlight>
                  <a:srgbClr val="FFFFFF"/>
                </a:highlight>
              </a:rPr>
              <a:t>Telecoms lose up to 50% of customers every year — they're disappearing in silence, and every dashboard you own calls them "loyal" right up to the day they're gone. With millions of subscribers, no human team can catch the warning signs in time — so the revenue walks out the back door before anyone reacts.</a:t>
            </a:r>
            <a:endParaRPr sz="1050" dirty="0"/>
          </a:p>
        </p:txBody>
      </p:sp>
      <p:sp>
        <p:nvSpPr>
          <p:cNvPr id="179" name="Google Shape;179;p3">
            <a:extLst>
              <a:ext uri="{FF2B5EF4-FFF2-40B4-BE49-F238E27FC236}">
                <a16:creationId xmlns:a16="http://schemas.microsoft.com/office/drawing/2014/main" id="{34B6A80A-5976-A0F2-988E-DAA97FEE33CD}"/>
              </a:ext>
            </a:extLst>
          </p:cNvPr>
          <p:cNvSpPr txBox="1">
            <a:spLocks noGrp="1"/>
          </p:cNvSpPr>
          <p:nvPr>
            <p:ph type="body" idx="3"/>
          </p:nvPr>
        </p:nvSpPr>
        <p:spPr>
          <a:xfrm>
            <a:off x="6089650" y="1440000"/>
            <a:ext cx="5040000" cy="25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200"/>
              <a:buFont typeface="Arial"/>
              <a:buNone/>
            </a:pPr>
            <a:r>
              <a:rPr lang="en-US"/>
              <a:t>Solution</a:t>
            </a:r>
            <a:endParaRPr/>
          </a:p>
        </p:txBody>
      </p:sp>
      <p:sp>
        <p:nvSpPr>
          <p:cNvPr id="180" name="Google Shape;180;p3">
            <a:extLst>
              <a:ext uri="{FF2B5EF4-FFF2-40B4-BE49-F238E27FC236}">
                <a16:creationId xmlns:a16="http://schemas.microsoft.com/office/drawing/2014/main" id="{C32233DA-0529-2971-CD08-B52C404B521C}"/>
              </a:ext>
            </a:extLst>
          </p:cNvPr>
          <p:cNvSpPr txBox="1">
            <a:spLocks noGrp="1"/>
          </p:cNvSpPr>
          <p:nvPr>
            <p:ph type="body" idx="4"/>
          </p:nvPr>
        </p:nvSpPr>
        <p:spPr>
          <a:xfrm>
            <a:off x="6089649" y="1604056"/>
            <a:ext cx="5917293" cy="4320000"/>
          </a:xfrm>
          <a:prstGeom prst="rect">
            <a:avLst/>
          </a:prstGeom>
          <a:noFill/>
          <a:ln>
            <a:noFill/>
          </a:ln>
        </p:spPr>
        <p:txBody>
          <a:bodyPr spcFirstLastPara="1" wrap="square" lIns="0" tIns="0" rIns="0" bIns="0" anchor="t" anchorCtr="0">
            <a:noAutofit/>
          </a:bodyPr>
          <a:lstStyle/>
          <a:p>
            <a:pPr marL="0" lvl="0" indent="0">
              <a:lnSpc>
                <a:spcPct val="150000"/>
              </a:lnSpc>
              <a:spcBef>
                <a:spcPts val="1200"/>
              </a:spcBef>
            </a:pPr>
            <a:r>
              <a:rPr lang="en-IN" sz="1050" dirty="0" err="1">
                <a:highlight>
                  <a:srgbClr val="FFFFFF"/>
                </a:highlight>
              </a:rPr>
              <a:t>GuardianPulse</a:t>
            </a:r>
            <a:r>
              <a:rPr lang="en-IN" sz="1050" dirty="0">
                <a:highlight>
                  <a:srgbClr val="FFFFFF"/>
                </a:highlight>
              </a:rPr>
              <a:t> AI is a multi-agent platform built on UiPath Maestro that spots telecom customers about to leave, reads their full situation with six AI agents to score churn risk, and picks the fairest retention offer for each one. Before anyone is contacted, every offer must clear three safeguards — hardship, fairness, and human approval — so the AI only proposes while a person makes the final call. Customers who stay and consent can then have their loyalty celebrated publicly.</a:t>
            </a:r>
            <a:endParaRPr sz="1050" dirty="0">
              <a:solidFill>
                <a:srgbClr val="1D1D1F"/>
              </a:solidFill>
              <a:highlight>
                <a:srgbClr val="FFFFFF"/>
              </a:highlight>
            </a:endParaRPr>
          </a:p>
          <a:p>
            <a:pPr marL="0" lvl="0" indent="0" algn="l" rtl="0">
              <a:lnSpc>
                <a:spcPct val="150000"/>
              </a:lnSpc>
              <a:spcBef>
                <a:spcPts val="1200"/>
              </a:spcBef>
              <a:spcAft>
                <a:spcPts val="0"/>
              </a:spcAft>
              <a:buNone/>
            </a:pPr>
            <a:endParaRPr dirty="0">
              <a:solidFill>
                <a:srgbClr val="1D1D1F"/>
              </a:solidFill>
              <a:highlight>
                <a:srgbClr val="FFFFFF"/>
              </a:highlight>
            </a:endParaRPr>
          </a:p>
          <a:p>
            <a:pPr marL="457200" lvl="0" indent="0" algn="l" rtl="0">
              <a:lnSpc>
                <a:spcPct val="150000"/>
              </a:lnSpc>
              <a:spcBef>
                <a:spcPts val="1200"/>
              </a:spcBef>
              <a:spcAft>
                <a:spcPts val="1200"/>
              </a:spcAft>
              <a:buNone/>
            </a:pPr>
            <a:endParaRPr sz="2400" dirty="0"/>
          </a:p>
        </p:txBody>
      </p:sp>
      <p:sp>
        <p:nvSpPr>
          <p:cNvPr id="181" name="Google Shape;181;p3">
            <a:extLst>
              <a:ext uri="{FF2B5EF4-FFF2-40B4-BE49-F238E27FC236}">
                <a16:creationId xmlns:a16="http://schemas.microsoft.com/office/drawing/2014/main" id="{19318A1B-B4CD-6629-4564-A70607A63CC9}"/>
              </a:ext>
            </a:extLst>
          </p:cNvPr>
          <p:cNvSpPr txBox="1"/>
          <p:nvPr/>
        </p:nvSpPr>
        <p:spPr>
          <a:xfrm>
            <a:off x="0" y="2721889"/>
            <a:ext cx="12179400" cy="39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CDE94AEB-85D7-F131-4E9C-8E9E6F24CD44}"/>
              </a:ext>
            </a:extLst>
          </p:cNvPr>
          <p:cNvPicPr>
            <a:picLocks noChangeAspect="1"/>
          </p:cNvPicPr>
          <p:nvPr/>
        </p:nvPicPr>
        <p:blipFill>
          <a:blip r:embed="rId3"/>
          <a:stretch>
            <a:fillRect/>
          </a:stretch>
        </p:blipFill>
        <p:spPr>
          <a:xfrm>
            <a:off x="678426" y="2755575"/>
            <a:ext cx="3038168" cy="3680026"/>
          </a:xfrm>
          <a:prstGeom prst="rect">
            <a:avLst/>
          </a:prstGeom>
        </p:spPr>
      </p:pic>
      <p:pic>
        <p:nvPicPr>
          <p:cNvPr id="5" name="Picture 4">
            <a:extLst>
              <a:ext uri="{FF2B5EF4-FFF2-40B4-BE49-F238E27FC236}">
                <a16:creationId xmlns:a16="http://schemas.microsoft.com/office/drawing/2014/main" id="{1290E92F-4178-A192-BDAB-8BA1920F884C}"/>
              </a:ext>
            </a:extLst>
          </p:cNvPr>
          <p:cNvPicPr>
            <a:picLocks noChangeAspect="1"/>
          </p:cNvPicPr>
          <p:nvPr/>
        </p:nvPicPr>
        <p:blipFill>
          <a:blip r:embed="rId4"/>
          <a:stretch>
            <a:fillRect/>
          </a:stretch>
        </p:blipFill>
        <p:spPr>
          <a:xfrm>
            <a:off x="7779815" y="2993571"/>
            <a:ext cx="3794653" cy="3788229"/>
          </a:xfrm>
          <a:prstGeom prst="rect">
            <a:avLst/>
          </a:prstGeom>
        </p:spPr>
      </p:pic>
    </p:spTree>
    <p:extLst>
      <p:ext uri="{BB962C8B-B14F-4D97-AF65-F5344CB8AC3E}">
        <p14:creationId xmlns:p14="http://schemas.microsoft.com/office/powerpoint/2010/main" val="1630837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4"/>
          <p:cNvSpPr txBox="1"/>
          <p:nvPr/>
        </p:nvSpPr>
        <p:spPr>
          <a:xfrm>
            <a:off x="259203" y="360000"/>
            <a:ext cx="9000000" cy="49992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0"/>
              <a:buFont typeface="Arial"/>
              <a:buNone/>
            </a:pPr>
            <a:r>
              <a:rPr lang="en-US" sz="3000" b="1" i="0" u="none" strike="noStrike" cap="none">
                <a:solidFill>
                  <a:schemeClr val="dk1"/>
                </a:solidFill>
                <a:latin typeface="Arial"/>
                <a:ea typeface="Arial"/>
                <a:cs typeface="Arial"/>
                <a:sym typeface="Arial"/>
              </a:rPr>
              <a:t>Benefits and technologies used</a:t>
            </a:r>
            <a:endParaRPr sz="3000" b="1" i="0" u="none" strike="noStrike" cap="none">
              <a:solidFill>
                <a:schemeClr val="dk1"/>
              </a:solidFill>
              <a:latin typeface="Arial"/>
              <a:ea typeface="Arial"/>
              <a:cs typeface="Arial"/>
              <a:sym typeface="Arial"/>
            </a:endParaRPr>
          </a:p>
        </p:txBody>
      </p:sp>
      <p:sp>
        <p:nvSpPr>
          <p:cNvPr id="187" name="Google Shape;187;p4"/>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chemeClr val="dk1"/>
              </a:buClr>
              <a:buSzPts val="1000"/>
              <a:buFont typeface="Arial"/>
              <a:buNone/>
            </a:pPr>
            <a:fld id="{00000000-1234-1234-1234-123412341234}" type="slidenum">
              <a:rPr lang="en-US"/>
              <a:t>3</a:t>
            </a:fld>
            <a:endParaRPr/>
          </a:p>
        </p:txBody>
      </p:sp>
      <p:graphicFrame>
        <p:nvGraphicFramePr>
          <p:cNvPr id="188" name="Google Shape;188;p4"/>
          <p:cNvGraphicFramePr/>
          <p:nvPr>
            <p:extLst>
              <p:ext uri="{D42A27DB-BD31-4B8C-83A1-F6EECF244321}">
                <p14:modId xmlns:p14="http://schemas.microsoft.com/office/powerpoint/2010/main" val="4211489040"/>
              </p:ext>
            </p:extLst>
          </p:nvPr>
        </p:nvGraphicFramePr>
        <p:xfrm>
          <a:off x="259199" y="924039"/>
          <a:ext cx="5139225" cy="5852529"/>
        </p:xfrm>
        <a:graphic>
          <a:graphicData uri="http://schemas.openxmlformats.org/drawingml/2006/table">
            <a:tbl>
              <a:tblPr>
                <a:noFill/>
                <a:tableStyleId>{7EA1CB98-21AA-4707-A821-E4062698E6C2}</a:tableStyleId>
              </a:tblPr>
              <a:tblGrid>
                <a:gridCol w="2377850">
                  <a:extLst>
                    <a:ext uri="{9D8B030D-6E8A-4147-A177-3AD203B41FA5}">
                      <a16:colId xmlns:a16="http://schemas.microsoft.com/office/drawing/2014/main" val="20000"/>
                    </a:ext>
                  </a:extLst>
                </a:gridCol>
                <a:gridCol w="2761375">
                  <a:extLst>
                    <a:ext uri="{9D8B030D-6E8A-4147-A177-3AD203B41FA5}">
                      <a16:colId xmlns:a16="http://schemas.microsoft.com/office/drawing/2014/main" val="20001"/>
                    </a:ext>
                  </a:extLst>
                </a:gridCol>
              </a:tblGrid>
              <a:tr h="1212025">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dirty="0">
                          <a:solidFill>
                            <a:srgbClr val="FFFFFF"/>
                          </a:solidFill>
                          <a:latin typeface="Arial"/>
                          <a:ea typeface="Arial"/>
                          <a:cs typeface="Arial"/>
                          <a:sym typeface="Arial"/>
                        </a:rPr>
                        <a:t>End-user​</a:t>
                      </a:r>
                      <a:endParaRPr sz="1700" b="1" i="0" u="none" strike="noStrike" cap="none" dirty="0">
                        <a:solidFill>
                          <a:srgbClr val="FFFFFF"/>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32C4F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lvl="0" indent="0" algn="l" rtl="0">
                        <a:lnSpc>
                          <a:spcPct val="115000"/>
                        </a:lnSpc>
                        <a:spcBef>
                          <a:spcPts val="0"/>
                        </a:spcBef>
                        <a:spcAft>
                          <a:spcPts val="0"/>
                        </a:spcAft>
                        <a:buNone/>
                      </a:pPr>
                      <a:r>
                        <a:rPr lang="en-US" sz="1200" dirty="0"/>
                        <a:t>Telecom retention agents / customer-experience teams (with customers as the indirect beneficiaries).</a:t>
                      </a:r>
                      <a:endParaRPr sz="12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2700" cap="flat" cmpd="sng">
                      <a:solidFill>
                        <a:srgbClr val="32C4F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0"/>
                  </a:ext>
                </a:extLst>
              </a:tr>
              <a:tr h="1212025">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User department</a:t>
                      </a:r>
                      <a:r>
                        <a:rPr lang="en-US" sz="1700" b="0" i="0" u="none" strike="noStrike" cap="none">
                          <a:solidFill>
                            <a:srgbClr val="000000"/>
                          </a:solidFill>
                          <a:latin typeface="Arial"/>
                          <a:ea typeface="Arial"/>
                          <a:cs typeface="Arial"/>
                          <a:sym typeface="Arial"/>
                        </a:rPr>
                        <a:t>​</a:t>
                      </a:r>
                      <a:endParaRPr sz="1700" b="0" i="0" u="none" strike="noStrike" cap="none">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lvl="0" indent="0" algn="l" rtl="0">
                        <a:lnSpc>
                          <a:spcPct val="115000"/>
                        </a:lnSpc>
                        <a:spcBef>
                          <a:spcPts val="0"/>
                        </a:spcBef>
                        <a:spcAft>
                          <a:spcPts val="0"/>
                        </a:spcAft>
                        <a:buNone/>
                      </a:pPr>
                      <a:r>
                        <a:rPr lang="en-IN" sz="1200" dirty="0"/>
                        <a:t>Customer Retention / Churn Management (Telecom Customer Experience &amp; Revenue Assurance).</a:t>
                      </a:r>
                      <a:r>
                        <a:rPr lang="en-IN" sz="1200" b="0" i="0" u="none" strike="noStrike" cap="none" dirty="0">
                          <a:solidFill>
                            <a:srgbClr val="000000"/>
                          </a:solidFill>
                          <a:latin typeface="Arial"/>
                          <a:cs typeface="Arial"/>
                          <a:sym typeface="Arial"/>
                        </a:rPr>
                        <a:t> (Mostly USA and EU market)</a:t>
                      </a:r>
                      <a:endParaRPr sz="12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1"/>
                  </a:ext>
                </a:extLst>
              </a:tr>
              <a:tr h="920650">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Industries</a:t>
                      </a:r>
                      <a:r>
                        <a:rPr lang="en-US" sz="1700" b="0" i="0" u="none" strike="noStrike" cap="none">
                          <a:solidFill>
                            <a:srgbClr val="000000"/>
                          </a:solidFill>
                          <a:latin typeface="Arial"/>
                          <a:ea typeface="Arial"/>
                          <a:cs typeface="Arial"/>
                          <a:sym typeface="Arial"/>
                        </a:rPr>
                        <a:t>​</a:t>
                      </a:r>
                      <a:endParaRPr sz="1700" b="0" i="0" u="none" strike="noStrike" cap="none">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lvl="0" indent="0" algn="l" rtl="0">
                        <a:lnSpc>
                          <a:spcPct val="115000"/>
                        </a:lnSpc>
                        <a:spcBef>
                          <a:spcPts val="0"/>
                        </a:spcBef>
                        <a:spcAft>
                          <a:spcPts val="0"/>
                        </a:spcAft>
                        <a:buNone/>
                      </a:pPr>
                      <a:r>
                        <a:rPr lang="en-IN" sz="1200" dirty="0"/>
                        <a:t>Telecommunications</a:t>
                      </a:r>
                      <a:endParaRPr sz="12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2"/>
                  </a:ext>
                </a:extLst>
              </a:tr>
              <a:tr h="920650">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UiPath products used</a:t>
                      </a:r>
                      <a:r>
                        <a:rPr lang="en-US" sz="1700" b="0" i="0" u="none" strike="noStrike" cap="none">
                          <a:solidFill>
                            <a:srgbClr val="000000"/>
                          </a:solidFill>
                          <a:latin typeface="Arial"/>
                          <a:ea typeface="Arial"/>
                          <a:cs typeface="Arial"/>
                          <a:sym typeface="Arial"/>
                        </a:rPr>
                        <a:t>​</a:t>
                      </a:r>
                      <a:endParaRPr sz="1700" b="0" i="0" u="none" strike="noStrike" cap="none">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marR="0" lvl="0" indent="0" algn="l" rtl="0">
                        <a:lnSpc>
                          <a:spcPct val="115000"/>
                        </a:lnSpc>
                        <a:spcBef>
                          <a:spcPts val="0"/>
                        </a:spcBef>
                        <a:spcAft>
                          <a:spcPts val="0"/>
                        </a:spcAft>
                        <a:buClr>
                          <a:srgbClr val="000000"/>
                        </a:buClr>
                        <a:buSzPts val="1800"/>
                        <a:buFont typeface="Arial"/>
                        <a:buNone/>
                      </a:pPr>
                      <a:r>
                        <a:rPr lang="en-IN" sz="1200" b="0" i="0" u="none" strike="noStrike" cap="none" dirty="0">
                          <a:solidFill>
                            <a:srgbClr val="000000"/>
                          </a:solidFill>
                          <a:latin typeface="Arial"/>
                          <a:cs typeface="Arial"/>
                          <a:sym typeface="Arial"/>
                        </a:rPr>
                        <a:t>Maestro (BPMN orchestration), Agent Builder / Agentic AI agents, Studio Web, Orchestrator, Action Center (human-in-the-loop), </a:t>
                      </a:r>
                      <a:r>
                        <a:rPr lang="en-IN" sz="1200" dirty="0"/>
                        <a:t>Integration Service, Apps (offer review / final approval UI)</a:t>
                      </a:r>
                      <a:endParaRPr sz="12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3"/>
                  </a:ext>
                </a:extLst>
              </a:tr>
              <a:tr h="1172350">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dirty="0">
                          <a:solidFill>
                            <a:srgbClr val="FFFFFF"/>
                          </a:solidFill>
                          <a:latin typeface="Arial"/>
                          <a:ea typeface="Arial"/>
                          <a:cs typeface="Arial"/>
                          <a:sym typeface="Arial"/>
                        </a:rPr>
                        <a:t>Other - integrations / APIs / technologies used</a:t>
                      </a:r>
                      <a:r>
                        <a:rPr lang="en-US" sz="1700" b="0" i="0" u="none" strike="noStrike" cap="none" dirty="0">
                          <a:solidFill>
                            <a:srgbClr val="000000"/>
                          </a:solidFill>
                          <a:latin typeface="Arial"/>
                          <a:ea typeface="Arial"/>
                          <a:cs typeface="Arial"/>
                          <a:sym typeface="Arial"/>
                        </a:rPr>
                        <a:t>​</a:t>
                      </a:r>
                      <a:endParaRPr sz="1700" b="0" i="0" u="none" strike="noStrike" cap="none" dirty="0">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2700" cap="flat" cmpd="sng">
                      <a:solidFill>
                        <a:srgbClr val="32C4F3"/>
                      </a:solidFill>
                      <a:prstDash val="solid"/>
                      <a:round/>
                      <a:headEnd type="none" w="sm" len="sm"/>
                      <a:tailEnd type="none" w="sm" len="sm"/>
                    </a:lnB>
                    <a:solidFill>
                      <a:srgbClr val="0BA2B3"/>
                    </a:solidFill>
                  </a:tcPr>
                </a:tc>
                <a:tc>
                  <a:txBody>
                    <a:bodyPr/>
                    <a:lstStyle/>
                    <a:p>
                      <a:pPr marL="0" marR="0" lvl="0" indent="0" algn="l" rtl="0">
                        <a:lnSpc>
                          <a:spcPct val="115000"/>
                        </a:lnSpc>
                        <a:spcBef>
                          <a:spcPts val="0"/>
                        </a:spcBef>
                        <a:spcAft>
                          <a:spcPts val="0"/>
                        </a:spcAft>
                        <a:buClr>
                          <a:srgbClr val="000000"/>
                        </a:buClr>
                        <a:buSzPts val="1800"/>
                        <a:buFont typeface="Arial"/>
                        <a:buNone/>
                      </a:pPr>
                      <a:r>
                        <a:rPr lang="en-IN" sz="1200" b="0" i="0" u="none" strike="noStrike" cap="none" dirty="0">
                          <a:solidFill>
                            <a:srgbClr val="000000"/>
                          </a:solidFill>
                          <a:latin typeface="Arial"/>
                          <a:cs typeface="Arial"/>
                          <a:sym typeface="Arial"/>
                        </a:rPr>
                        <a:t>Twilio (outbound voice/telephony), </a:t>
                      </a:r>
                      <a:r>
                        <a:rPr lang="en-IN" sz="1200" dirty="0"/>
                        <a:t>REST APIs, Python coded agent (LangGraph).</a:t>
                      </a:r>
                      <a:endParaRPr sz="12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2700" cap="flat" cmpd="sng">
                      <a:solidFill>
                        <a:srgbClr val="32C4F3"/>
                      </a:solidFill>
                      <a:prstDash val="solid"/>
                      <a:round/>
                      <a:headEnd type="none" w="sm" len="sm"/>
                      <a:tailEnd type="none" w="sm" len="sm"/>
                    </a:lnB>
                    <a:solidFill>
                      <a:srgbClr val="0BA2B3"/>
                    </a:solidFill>
                  </a:tcPr>
                </a:tc>
                <a:extLst>
                  <a:ext uri="{0D108BD9-81ED-4DB2-BD59-A6C34878D82A}">
                    <a16:rowId xmlns:a16="http://schemas.microsoft.com/office/drawing/2014/main" val="10004"/>
                  </a:ext>
                </a:extLst>
              </a:tr>
            </a:tbl>
          </a:graphicData>
        </a:graphic>
      </p:graphicFrame>
      <p:sp>
        <p:nvSpPr>
          <p:cNvPr id="189" name="Google Shape;189;p4"/>
          <p:cNvSpPr/>
          <p:nvPr/>
        </p:nvSpPr>
        <p:spPr>
          <a:xfrm>
            <a:off x="359999" y="859929"/>
            <a:ext cx="10398312"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Times New Roman"/>
              <a:buNone/>
            </a:pPr>
            <a:r>
              <a:rPr lang="en-US" sz="1800" b="0" i="0" u="none" strike="noStrike" cap="none">
                <a:solidFill>
                  <a:srgbClr val="000000"/>
                </a:solidFill>
                <a:latin typeface="Times New Roman"/>
                <a:ea typeface="Times New Roman"/>
                <a:cs typeface="Times New Roman"/>
                <a:sym typeface="Times New Roman"/>
              </a:rPr>
              <a:t> </a:t>
            </a: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0" name="Google Shape;190;p4"/>
          <p:cNvSpPr/>
          <p:nvPr/>
        </p:nvSpPr>
        <p:spPr>
          <a:xfrm>
            <a:off x="6438691" y="788048"/>
            <a:ext cx="5497800" cy="489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dk1"/>
              </a:buClr>
              <a:buSzPts val="2000"/>
              <a:buFont typeface="Arial"/>
              <a:buNone/>
            </a:pPr>
            <a:r>
              <a:rPr lang="en-US" sz="2100" b="1" i="0" u="none" strike="noStrike" cap="none" dirty="0">
                <a:solidFill>
                  <a:schemeClr val="dk1"/>
                </a:solidFill>
                <a:latin typeface="Arial"/>
                <a:ea typeface="Arial"/>
                <a:cs typeface="Arial"/>
                <a:sym typeface="Arial"/>
              </a:rPr>
              <a:t>Benefits, impact and outcomes</a:t>
            </a:r>
            <a:endParaRPr sz="1500" dirty="0"/>
          </a:p>
        </p:txBody>
      </p:sp>
      <p:sp>
        <p:nvSpPr>
          <p:cNvPr id="2" name="TextBox 1">
            <a:extLst>
              <a:ext uri="{FF2B5EF4-FFF2-40B4-BE49-F238E27FC236}">
                <a16:creationId xmlns:a16="http://schemas.microsoft.com/office/drawing/2014/main" id="{220D93B9-F40C-F95D-2056-A24FDC605A34}"/>
              </a:ext>
            </a:extLst>
          </p:cNvPr>
          <p:cNvSpPr txBox="1"/>
          <p:nvPr/>
        </p:nvSpPr>
        <p:spPr>
          <a:xfrm>
            <a:off x="6438691" y="1371600"/>
            <a:ext cx="5740609" cy="523220"/>
          </a:xfrm>
          <a:prstGeom prst="rect">
            <a:avLst/>
          </a:prstGeom>
          <a:noFill/>
        </p:spPr>
        <p:txBody>
          <a:bodyPr wrap="square" rtlCol="0">
            <a:spAutoFit/>
          </a:bodyPr>
          <a:lstStyle/>
          <a:p>
            <a:r>
              <a:rPr lang="en-IN" dirty="0"/>
              <a:t>It bleeds money, quietly, every year (</a:t>
            </a:r>
            <a:r>
              <a:rPr lang="en-IN" dirty="0">
                <a:hlinkClick r:id="rId3"/>
              </a:rPr>
              <a:t>Why Telecom Customers Churn and How to Measure it? - </a:t>
            </a:r>
            <a:r>
              <a:rPr lang="en-IN" dirty="0" err="1">
                <a:hlinkClick r:id="rId3"/>
              </a:rPr>
              <a:t>Tridens</a:t>
            </a:r>
            <a:r>
              <a:rPr lang="en-IN" dirty="0"/>
              <a:t>)</a:t>
            </a:r>
          </a:p>
        </p:txBody>
      </p:sp>
      <p:pic>
        <p:nvPicPr>
          <p:cNvPr id="4" name="Picture 3">
            <a:extLst>
              <a:ext uri="{FF2B5EF4-FFF2-40B4-BE49-F238E27FC236}">
                <a16:creationId xmlns:a16="http://schemas.microsoft.com/office/drawing/2014/main" id="{ED768ECB-F86B-7844-0602-1CFBE5A2EB42}"/>
              </a:ext>
            </a:extLst>
          </p:cNvPr>
          <p:cNvPicPr>
            <a:picLocks noChangeAspect="1"/>
          </p:cNvPicPr>
          <p:nvPr/>
        </p:nvPicPr>
        <p:blipFill>
          <a:blip r:embed="rId4"/>
          <a:stretch>
            <a:fillRect/>
          </a:stretch>
        </p:blipFill>
        <p:spPr>
          <a:xfrm>
            <a:off x="7167716" y="1893767"/>
            <a:ext cx="3957483" cy="1752947"/>
          </a:xfrm>
          <a:prstGeom prst="rect">
            <a:avLst/>
          </a:prstGeom>
        </p:spPr>
      </p:pic>
      <p:sp>
        <p:nvSpPr>
          <p:cNvPr id="5" name="TextBox 4">
            <a:extLst>
              <a:ext uri="{FF2B5EF4-FFF2-40B4-BE49-F238E27FC236}">
                <a16:creationId xmlns:a16="http://schemas.microsoft.com/office/drawing/2014/main" id="{2675D201-E48D-0119-F61C-54BF33F22CA1}"/>
              </a:ext>
            </a:extLst>
          </p:cNvPr>
          <p:cNvSpPr txBox="1"/>
          <p:nvPr/>
        </p:nvSpPr>
        <p:spPr>
          <a:xfrm>
            <a:off x="6542220" y="3772611"/>
            <a:ext cx="5740609" cy="2677656"/>
          </a:xfrm>
          <a:prstGeom prst="rect">
            <a:avLst/>
          </a:prstGeom>
          <a:noFill/>
        </p:spPr>
        <p:txBody>
          <a:bodyPr wrap="square" rtlCol="0">
            <a:spAutoFit/>
          </a:bodyPr>
          <a:lstStyle/>
          <a:p>
            <a:pPr marL="285750" indent="-285750">
              <a:buFont typeface="Wingdings" panose="05000000000000000000" pitchFamily="2" charset="2"/>
              <a:buChar char="§"/>
            </a:pPr>
            <a:r>
              <a:rPr lang="en-IN" b="1" dirty="0"/>
              <a:t>Protects revenue</a:t>
            </a:r>
            <a:r>
              <a:rPr lang="en-IN" dirty="0"/>
              <a:t> — proactively retains high-value customers before they churn, safeguarding recurring ARPU and lifetime value instead of reacting after cancellation.</a:t>
            </a:r>
          </a:p>
          <a:p>
            <a:pPr marL="285750" indent="-285750">
              <a:buFont typeface="Wingdings" panose="05000000000000000000" pitchFamily="2" charset="2"/>
              <a:buChar char="§"/>
            </a:pPr>
            <a:r>
              <a:rPr lang="en-IN" b="1" dirty="0"/>
              <a:t>Smarter, leaner offers</a:t>
            </a:r>
            <a:r>
              <a:rPr lang="en-IN" dirty="0"/>
              <a:t> — right-sizes every retention offer to the individual, cutting margin waste from blanket discounts.</a:t>
            </a:r>
          </a:p>
          <a:p>
            <a:pPr marL="285750" indent="-285750">
              <a:buFont typeface="Wingdings" panose="05000000000000000000" pitchFamily="2" charset="2"/>
              <a:buChar char="§"/>
            </a:pPr>
            <a:r>
              <a:rPr lang="en-IN" b="1" dirty="0"/>
              <a:t>Scales without headcount</a:t>
            </a:r>
            <a:r>
              <a:rPr lang="en-IN" dirty="0"/>
              <a:t> — autonomous multi-agent pipeline handles the full customer base, freeing agents for only high-impact and hardship cases.</a:t>
            </a:r>
          </a:p>
          <a:p>
            <a:pPr marL="285750" indent="-285750">
              <a:buFont typeface="Wingdings" panose="05000000000000000000" pitchFamily="2" charset="2"/>
              <a:buChar char="§"/>
            </a:pPr>
            <a:r>
              <a:rPr lang="en-IN" b="1" dirty="0"/>
              <a:t>Loyalty into growth</a:t>
            </a:r>
            <a:r>
              <a:rPr lang="en-IN" dirty="0"/>
              <a:t> — empathetic human-in-the-loop outreach plus consent-based advocacy turns saved customers into public proof that attracts new ones.</a:t>
            </a:r>
          </a:p>
          <a:p>
            <a:pPr marL="285750" indent="-285750">
              <a:buFont typeface="Wingdings" panose="05000000000000000000" pitchFamily="2" charset="2"/>
              <a:buChar char="§"/>
            </a:pPr>
            <a:r>
              <a:rPr lang="en-IN" dirty="0"/>
              <a:t>Make the brand value as aspirational for more business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5"/>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chemeClr val="dk1"/>
              </a:buClr>
              <a:buSzPts val="1000"/>
              <a:buFont typeface="Arial"/>
              <a:buNone/>
            </a:pPr>
            <a:fld id="{00000000-1234-1234-1234-123412341234}" type="slidenum">
              <a:rPr lang="en-US"/>
              <a:t>4</a:t>
            </a:fld>
            <a:endParaRPr/>
          </a:p>
        </p:txBody>
      </p:sp>
      <p:sp>
        <p:nvSpPr>
          <p:cNvPr id="197" name="Google Shape;197;p5"/>
          <p:cNvSpPr/>
          <p:nvPr/>
        </p:nvSpPr>
        <p:spPr>
          <a:xfrm>
            <a:off x="359999" y="859929"/>
            <a:ext cx="10398312"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Times New Roman"/>
              <a:buNone/>
            </a:pPr>
            <a:r>
              <a:rPr lang="en-US" sz="1800" b="0" i="0" u="none" strike="noStrike" cap="none">
                <a:solidFill>
                  <a:srgbClr val="000000"/>
                </a:solidFill>
                <a:latin typeface="Times New Roman"/>
                <a:ea typeface="Times New Roman"/>
                <a:cs typeface="Times New Roman"/>
                <a:sym typeface="Times New Roman"/>
              </a:rPr>
              <a:t> </a:t>
            </a: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8" name="Google Shape;198;p5"/>
          <p:cNvSpPr txBox="1"/>
          <p:nvPr/>
        </p:nvSpPr>
        <p:spPr>
          <a:xfrm>
            <a:off x="359999" y="360000"/>
            <a:ext cx="9000000" cy="9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0"/>
              <a:buFont typeface="Arial"/>
              <a:buNone/>
            </a:pPr>
            <a:r>
              <a:rPr lang="en-US" sz="3000" b="1" i="0" u="none" strike="noStrike" cap="none">
                <a:solidFill>
                  <a:schemeClr val="dk1"/>
                </a:solidFill>
                <a:latin typeface="Arial"/>
                <a:ea typeface="Arial"/>
                <a:cs typeface="Arial"/>
                <a:sym typeface="Arial"/>
              </a:rPr>
              <a:t>Solution architecture</a:t>
            </a:r>
            <a:endParaRPr sz="3000" b="1"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2B5F16DC-2D1D-E913-8F4E-4B1DBE215A2D}"/>
              </a:ext>
            </a:extLst>
          </p:cNvPr>
          <p:cNvPicPr>
            <a:picLocks noChangeAspect="1"/>
          </p:cNvPicPr>
          <p:nvPr/>
        </p:nvPicPr>
        <p:blipFill>
          <a:blip r:embed="rId3"/>
          <a:stretch>
            <a:fillRect/>
          </a:stretch>
        </p:blipFill>
        <p:spPr>
          <a:xfrm>
            <a:off x="2565997" y="768213"/>
            <a:ext cx="7448860" cy="60897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470</Words>
  <Application>Microsoft Office PowerPoint</Application>
  <PresentationFormat>Custom</PresentationFormat>
  <Paragraphs>31</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NTR</vt:lpstr>
      <vt:lpstr>Times New Roman</vt:lpstr>
      <vt:lpstr>Wingdings</vt:lpstr>
      <vt:lpstr>Primary Presentation Layouts</vt:lpstr>
      <vt:lpstr>Whispers of Retention : The retention gap in telecom churn – BY Processor Squad</vt:lpstr>
      <vt:lpstr>Problem statement and proposed solution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Whispers of Retention - The retention gap in telecom churn</dc:title>
  <dc:creator>Andreea Tomescu</dc:creator>
  <cp:lastModifiedBy>Diya Banerjee</cp:lastModifiedBy>
  <cp:revision>16</cp:revision>
  <dcterms:created xsi:type="dcterms:W3CDTF">2025-06-06T15:41:05Z</dcterms:created>
  <dcterms:modified xsi:type="dcterms:W3CDTF">2026-06-29T19:47:00Z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